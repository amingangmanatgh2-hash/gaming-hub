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63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84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75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5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2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1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2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7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7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9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B3956E-93F9-4CA6-9543-FC863CAFB8C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A86517-5D46-4EF3-89FA-C7B777949E4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31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audio" Target="../media/audio1.wav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 flipH="1" flipV="1">
            <a:off x="6035675" y="1176338"/>
            <a:ext cx="45719" cy="141287"/>
          </a:xfrm>
        </p:spPr>
        <p:txBody>
          <a:bodyPr>
            <a:normAutofit fontScale="90000"/>
          </a:bodyPr>
          <a:lstStyle/>
          <a:p>
            <a:pPr algn="ctr"/>
            <a:r>
              <a:rPr lang="fa-IR" dirty="0" smtClean="0"/>
              <a:t>ط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95350" y="1317625"/>
            <a:ext cx="11296650" cy="1328738"/>
          </a:xfrm>
        </p:spPr>
        <p:txBody>
          <a:bodyPr>
            <a:normAutofit/>
          </a:bodyPr>
          <a:lstStyle/>
          <a:p>
            <a:pPr algn="ctr"/>
            <a:r>
              <a:rPr lang="fa-IR" sz="8800" dirty="0" smtClean="0">
                <a:solidFill>
                  <a:schemeClr val="accent6"/>
                </a:solidFill>
              </a:rPr>
              <a:t>درس 3 مطالعات</a:t>
            </a:r>
            <a:endParaRPr lang="en-US" sz="8800" dirty="0">
              <a:solidFill>
                <a:schemeClr val="accent6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03476" y="107950"/>
            <a:ext cx="7973568" cy="4451858"/>
          </a:xfrm>
          <a:prstGeom prst="roundRect">
            <a:avLst>
              <a:gd name="adj" fmla="val 11235"/>
            </a:avLst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275332" y="412487"/>
            <a:ext cx="7229856" cy="82820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  <a:reflection blurRad="114300" stA="650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درس 3 مطالعات </a:t>
            </a:r>
          </a:p>
          <a:p>
            <a:pPr algn="ctr"/>
            <a:endParaRPr lang="en-US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81394" y="3856038"/>
            <a:ext cx="3145536" cy="36576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/>
              <a:t>دبیر : استاد اقای حیدری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049524" y="1456720"/>
            <a:ext cx="5681472" cy="9271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7800000"/>
            </a:lightRig>
          </a:scene3d>
          <a:sp3d>
            <a:bevelT w="139700" h="1397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69850" h="38100" prst="cross"/>
            </a:sp3d>
          </a:bodyPr>
          <a:lstStyle/>
          <a:p>
            <a:pPr algn="ctr"/>
            <a:r>
              <a:rPr lang="fa-IR" sz="4400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بسم الله رحمان رحیم</a:t>
            </a:r>
            <a:endParaRPr lang="en-US" sz="44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92456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6296" y="0"/>
            <a:ext cx="5895704" cy="6858000"/>
          </a:xfrm>
        </p:spPr>
        <p:txBody>
          <a:bodyPr>
            <a:normAutofit/>
          </a:bodyPr>
          <a:lstStyle/>
          <a:p>
            <a:pPr algn="r"/>
            <a:r>
              <a:rPr lang="fa-IR" sz="2400" dirty="0" smtClean="0"/>
              <a:t> </a:t>
            </a:r>
            <a:r>
              <a:rPr lang="fa-IR" sz="2800" dirty="0"/>
              <a:t>ما انسان‌ها از ابتدای تولد با انسان‌های دیگر زندگی می‌کنیم و با ورود به اجتماع، روابط اجتماعی میان ما و دیگران برقرار می‌شود و نسبت به یکدیگر حقوقی پیدا می‌کنیم. با این حال هیچ‌یک از ما در استفاده از حقوق خود، آزادی مطلق و بی‌قید و شرط نداریم؛ بلکه تا آنجا می‌توانیم حق خود را اعمال کنیم که مغایر «قانون» نباشد. برای مثال می‌توانیم با اعمال حق خود سبب خسارت و زیان دیگران شویم. همچنین، ما باید هنگام انجام کارهای خود، احکام الهی را نیز مانند قانون و مقررات، رعایت کنیم</a:t>
            </a:r>
            <a:r>
              <a:rPr lang="fa-IR" sz="2800" dirty="0" smtClean="0"/>
              <a:t>.</a:t>
            </a:r>
            <a:r>
              <a:rPr lang="fa-IR" sz="2800" dirty="0"/>
              <a:t/>
            </a:r>
            <a:br>
              <a:rPr lang="fa-IR" sz="2800" dirty="0"/>
            </a:br>
            <a:r>
              <a:rPr lang="fa-IR" sz="2800" dirty="0" smtClean="0"/>
              <a:t>یکی </a:t>
            </a:r>
            <a:r>
              <a:rPr lang="fa-IR" sz="2800" dirty="0"/>
              <a:t>از مهم‌ترین </a:t>
            </a:r>
            <a:r>
              <a:rPr lang="fa-IR" sz="2800" dirty="0" smtClean="0"/>
              <a:t>علت </a:t>
            </a:r>
            <a:r>
              <a:rPr lang="fa-IR" sz="2800" dirty="0"/>
              <a:t>پدید آمدن مقررات و قوانین در جامعه، برقراری نظم و حفظ حقوق افراد بوده </a:t>
            </a:r>
            <a:r>
              <a:rPr lang="fa-IR" sz="2800" dirty="0" smtClean="0"/>
              <a:t>است.</a:t>
            </a:r>
            <a:endParaRPr lang="en-US" sz="28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96297" cy="6858000"/>
          </a:xfrm>
        </p:spPr>
      </p:pic>
    </p:spTree>
    <p:extLst>
      <p:ext uri="{BB962C8B-B14F-4D97-AF65-F5344CB8AC3E}">
        <p14:creationId xmlns:p14="http://schemas.microsoft.com/office/powerpoint/2010/main" val="12328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9142" y="-836023"/>
            <a:ext cx="5442858" cy="7694023"/>
          </a:xfrm>
        </p:spPr>
        <p:txBody>
          <a:bodyPr>
            <a:normAutofit/>
          </a:bodyPr>
          <a:lstStyle/>
          <a:p>
            <a:pPr algn="r"/>
            <a:r>
              <a:rPr lang="fa-IR" dirty="0"/>
              <a:t/>
            </a:r>
            <a:br>
              <a:rPr lang="fa-IR" dirty="0"/>
            </a:br>
            <a:r>
              <a:rPr lang="fa-IR" dirty="0"/>
              <a:t/>
            </a:r>
            <a:br>
              <a:rPr lang="fa-IR" dirty="0"/>
            </a:br>
            <a:r>
              <a:rPr lang="fa-IR" sz="4400" dirty="0" smtClean="0"/>
              <a:t>در </a:t>
            </a:r>
            <a:r>
              <a:rPr lang="fa-IR" sz="4400" dirty="0"/>
              <a:t>سال‌های پیش با مقررات خانه و مدرسه آشنا شدید. همچنین آموختید که هریک از مکان‌های عمومی چون کتابخانه، سینما، پارک، مسجد، ورزشگاه و... مقررات مخصوص به خود را دارند</a:t>
            </a:r>
            <a:r>
              <a:rPr lang="fa-IR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448" y="687494"/>
            <a:ext cx="10058400" cy="40233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0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369684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88480" y="3256346"/>
            <a:ext cx="52134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54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5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669601" y="3214442"/>
            <a:ext cx="8913124" cy="1286367"/>
          </a:xfrm>
          <a:prstGeom prst="rect">
            <a:avLst/>
          </a:prstGeom>
        </p:spPr>
      </p:pic>
      <p:pic>
        <p:nvPicPr>
          <p:cNvPr id="8" name="New Project [5A6ACBD]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9205"/>
            <a:ext cx="12192000" cy="6858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Rounded Rectangle 9"/>
          <p:cNvSpPr/>
          <p:nvPr/>
        </p:nvSpPr>
        <p:spPr>
          <a:xfrm>
            <a:off x="4467180" y="218474"/>
            <a:ext cx="3317966" cy="12801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0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+mj-cs"/>
              </a:rPr>
              <a:t>پایان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+mj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87335" y="1625149"/>
            <a:ext cx="6278880" cy="346601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61261" y="2017309"/>
            <a:ext cx="5131028" cy="1227909"/>
          </a:xfrm>
          <a:prstGeom prst="round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sz="6600" dirty="0" smtClean="0">
                <a:solidFill>
                  <a:schemeClr val="tx1"/>
                </a:solidFill>
              </a:rPr>
              <a:t>اسامی </a:t>
            </a:r>
            <a:r>
              <a:rPr lang="fa-IR" sz="6600" dirty="0" smtClean="0">
                <a:solidFill>
                  <a:schemeClr val="tx1"/>
                </a:solidFill>
                <a:cs typeface="+mj-cs"/>
              </a:rPr>
              <a:t>گروه</a:t>
            </a:r>
            <a:endParaRPr lang="en-US" sz="66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333711" y="3502942"/>
            <a:ext cx="1045867" cy="70936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>
                <a:solidFill>
                  <a:schemeClr val="bg1"/>
                </a:solidFill>
              </a:rPr>
              <a:t>طاها عبادی فر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8197" y="3500769"/>
            <a:ext cx="1167331" cy="70936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>
                <a:solidFill>
                  <a:schemeClr val="bg1"/>
                </a:solidFill>
              </a:rPr>
              <a:t>رهام گله دار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849" y="3500770"/>
            <a:ext cx="1167332" cy="70936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 smtClean="0">
                <a:solidFill>
                  <a:schemeClr val="bg1"/>
                </a:solidFill>
              </a:rPr>
              <a:t>امین کریم پور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3387" y="4212307"/>
            <a:ext cx="1173429" cy="70936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dirty="0" smtClean="0">
                <a:solidFill>
                  <a:schemeClr val="bg1"/>
                </a:solidFill>
              </a:rPr>
              <a:t>محمد رضا فولادی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5305" y="4212307"/>
            <a:ext cx="1045867" cy="70936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 smtClean="0">
                <a:solidFill>
                  <a:schemeClr val="bg1"/>
                </a:solidFill>
              </a:rPr>
              <a:t>امیر علی عزیزی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520101" y="5254752"/>
            <a:ext cx="3440507" cy="52425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 smtClean="0">
                <a:cs typeface="+mj-cs"/>
              </a:rPr>
              <a:t>با تشکر از استاد حیدری</a:t>
            </a:r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1693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  <p:sndAc>
          <p:stSnd>
            <p:snd r:embed="rId4" name="bomb.wav"/>
          </p:stSnd>
        </p:sndAc>
      </p:transition>
    </mc:Choice>
    <mc:Fallback xmlns="">
      <p:transition spd="slow">
        <p:fade/>
        <p:sndAc>
          <p:stSnd>
            <p:snd r:embed="rId7" name="bomb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37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37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7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375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625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7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7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7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7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" grpId="0" animBg="1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344</TotalTime>
  <Words>144</Words>
  <Application>Microsoft Office PowerPoint</Application>
  <PresentationFormat>Widescreen</PresentationFormat>
  <Paragraphs>16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Arabic Typesetting</vt:lpstr>
      <vt:lpstr>Arial</vt:lpstr>
      <vt:lpstr>Arial Black</vt:lpstr>
      <vt:lpstr>Calibri</vt:lpstr>
      <vt:lpstr>Calibri Light</vt:lpstr>
      <vt:lpstr>Times New Roman</vt:lpstr>
      <vt:lpstr>Retrospect</vt:lpstr>
      <vt:lpstr>ط</vt:lpstr>
      <vt:lpstr> ما انسان‌ها از ابتدای تولد با انسان‌های دیگر زندگی می‌کنیم و با ورود به اجتماع، روابط اجتماعی میان ما و دیگران برقرار می‌شود و نسبت به یکدیگر حقوقی پیدا می‌کنیم. با این حال هیچ‌یک از ما در استفاده از حقوق خود، آزادی مطلق و بی‌قید و شرط نداریم؛ بلکه تا آنجا می‌توانیم حق خود را اعمال کنیم که مغایر «قانون» نباشد. برای مثال می‌توانیم با اعمال حق خود سبب خسارت و زیان دیگران شویم. همچنین، ما باید هنگام انجام کارهای خود، احکام الهی را نیز مانند قانون و مقررات، رعایت کنیم. یکی از مهم‌ترین علت پدید آمدن مقررات و قوانین در جامعه، برقراری نظم و حفظ حقوق افراد بوده است.</vt:lpstr>
      <vt:lpstr>  در سال‌های پیش با مقررات خانه و مدرسه آشنا شدید. همچنین آموختید که هریک از مکان‌های عمومی چون کتابخانه، سینما، پارک، مسجد، ورزشگاه و... مقررات مخصوص به خود را دارند.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AMIN GANG</cp:lastModifiedBy>
  <cp:revision>27</cp:revision>
  <dcterms:created xsi:type="dcterms:W3CDTF">2026-10-02T12:43:52Z</dcterms:created>
  <dcterms:modified xsi:type="dcterms:W3CDTF">2026-10-08T15:18:42Z</dcterms:modified>
</cp:coreProperties>
</file>