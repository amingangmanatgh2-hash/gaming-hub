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sfx_chime.wav" ContentType="audio/wav"/>
  <Override PartName="/ppt/media/sfx_whoosh.wav" ContentType="audio/wav"/>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گوینده: طاها عبادی فر — اسلاید ۱ (معرفی درس و دبیر) و اسلاید ۲ (متن مقدمه درس)</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گوینده: طاها عبادی فر — اسلاید ۲ (متن مقدمه درس) را ادامه دهید و به یادآوری مقررات خانه و مدرسه اشاره کنید</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گوینده: رهام گله دار — اسلاید ۳ (یادآوری مقررات و مکان‌های عمومی)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گوینده: رهام گله دار — اسلاید ۴ (همکاری و پازل زندگی مشترک)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گوینده: امین کریم پور — اسلاید ۵ (نظم، امنیت و احترام به حقوق دیگران)</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گوینده: امین کریم پور — اسلاید ۶ (آیا می‌دانید؟ حقوق و اخلاق)</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گوینده: محمد رضا فولادی — اسلاید ۷ (قانون و اخلاق)</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گوینده: محمد رضا فولادی — اسلاید ۸ (پیامدهای عدم رعایت قانون)</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گوینده: امیر علی عزیزی — اسلاید ۹ (نقش من در جامعه)</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گوینده: امیر علی عزیزی — اسلاید ۱۰ (جمع‌بندی درس)</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گوینده: همه اعضای گروه — اسلاید ۱۱ (پایان و تشکر از استاد حیدری)</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audio" Target="../media/sfx_chime.wav"/><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audio" Target="../media/sfx_whoosh.wav"/><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audio" Target="../media/sfx_whoosh.wav"/><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audio" Target="../media/sfx_chime.wav"/><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audio" Target="../media/sfx_whoosh.wav"/><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audio" Target="../media/sfx_whoosh.wav"/><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audio" Target="../media/sfx_whoosh.wav"/><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audio" Target="../media/sfx_whoosh.wav"/><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audio" Target="../media/sfx_whoosh.wav"/><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audio" Target="../media/sfx_chime.wav"/><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audio" Target="../media/sfx_chime.wav"/><Relationship Id="rId4"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itle_bg.jpg"/>
          <p:cNvPicPr>
            <a:picLocks noChangeAspect="1"/>
          </p:cNvPicPr>
          <p:nvPr/>
        </p:nvPicPr>
        <p:blipFill>
          <a:blip r:embed="rId2"/>
          <a:stretch>
            <a:fillRect/>
          </a:stretch>
        </p:blipFill>
        <p:spPr>
          <a:xfrm>
            <a:off x="0" y="0"/>
            <a:ext cx="12192000" cy="6858000"/>
          </a:xfrm>
          <a:prstGeom prst="rect">
            <a:avLst/>
          </a:prstGeom>
        </p:spPr>
      </p:pic>
      <p:sp>
        <p:nvSpPr>
          <p:cNvPr id="9" name="Oval 8"/>
          <p:cNvSpPr/>
          <p:nvPr/>
        </p:nvSpPr>
        <p:spPr>
          <a:xfrm>
            <a:off x="-914400" y="4754880"/>
            <a:ext cx="3474720" cy="3474720"/>
          </a:xfrm>
          <a:prstGeom prst="ellipse">
            <a:avLst/>
          </a:prstGeom>
          <a:solidFill>
            <a:srgbClr val="1B6E8C">
              <a:alpha val="25000"/>
            </a:srgbClr>
          </a:solidFill>
          <a:ln>
            <a:noFill/>
          </a:ln>
          <a:effectLst>
            <a:softEdge rad="10000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0" y="-640080"/>
            <a:ext cx="3108960" cy="3108960"/>
          </a:xfrm>
          <a:prstGeom prst="ellipse">
            <a:avLst/>
          </a:prstGeom>
          <a:solidFill>
            <a:srgbClr val="C9A227">
              <a:alpha val="22000"/>
            </a:srgbClr>
          </a:solidFill>
          <a:ln>
            <a:noFill/>
          </a:ln>
          <a:effectLst>
            <a:softEdge rad="9000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011680" y="1005840"/>
            <a:ext cx="8165592" cy="4846320"/>
          </a:xfrm>
          <a:prstGeom prst="roundRect">
            <a:avLst>
              <a:gd name="adj" fmla="val 8000"/>
            </a:avLst>
          </a:prstGeom>
          <a:solidFill>
            <a:srgbClr val="0E2A47">
              <a:alpha val="45000"/>
            </a:srgbClr>
          </a:solidFill>
          <a:ln w="15875">
            <a:solidFill>
              <a:srgbClr val="C9A227"/>
            </a:solidFill>
          </a:ln>
          <a:effectLst>
            <a:glow rad="100000">
              <a:srgbClr val="C9A227">
                <a:alpha val="45000"/>
              </a:srgbClr>
            </a:glow>
            <a:outerShdw blurRad="230000" dist="90000" dir="5400000" algn="t"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0" y="1463040"/>
            <a:ext cx="7799831" cy="1463040"/>
          </a:xfrm>
          <a:prstGeom prst="rect">
            <a:avLst/>
          </a:prstGeom>
          <a:noFill/>
        </p:spPr>
        <p:txBody>
          <a:bodyPr wrap="square" anchor="ctr" lIns="164592" rIns="164592">
            <a:spAutoFit/>
          </a:bodyPr>
          <a:lstStyle/>
          <a:p>
            <a:pPr rtl="1" algn="ctr">
              <a:lnSpc>
                <a:spcPct val="100000"/>
              </a:lnSpc>
              <a:spcAft>
                <a:spcPts val="0"/>
              </a:spcAft>
            </a:pPr>
            <a:r>
              <a:rPr sz="6000" b="0" lang="fa-IR">
                <a:solidFill>
                  <a:srgbClr val="FFFFFF"/>
                </a:solidFill>
                <a:latin typeface="Vazirmatn Black"/>
                <a:cs typeface="Vazirmatn Black"/>
              </a:rPr>
              <a:t>درس ۳ مطالعات</a:t>
            </a:r>
          </a:p>
        </p:txBody>
      </p:sp>
      <p:sp>
        <p:nvSpPr>
          <p:cNvPr id="5" name="Rectangle 4"/>
          <p:cNvSpPr/>
          <p:nvPr/>
        </p:nvSpPr>
        <p:spPr>
          <a:xfrm>
            <a:off x="5184648" y="3063240"/>
            <a:ext cx="1828800" cy="64008"/>
          </a:xfrm>
          <a:prstGeom prst="rect">
            <a:avLst/>
          </a:prstGeom>
          <a:gradFill rotWithShape="1">
            <a:gsLst>
              <a:gs pos="0">
                <a:srgbClr val="E8CC6A"/>
              </a:gs>
              <a:gs pos="100000">
                <a:srgbClr val="A8801A"/>
              </a:gs>
            </a:gsLst>
            <a:lin scaled="0" ang="0"/>
          </a:gradFill>
          <a:ln>
            <a:noFill/>
          </a:ln>
          <a:effectLst>
            <a:glow rad="70000">
              <a:srgbClr val="C9A227">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0" y="3291840"/>
            <a:ext cx="7799831" cy="822960"/>
          </a:xfrm>
          <a:prstGeom prst="rect">
            <a:avLst/>
          </a:prstGeom>
          <a:noFill/>
        </p:spPr>
        <p:txBody>
          <a:bodyPr wrap="square" anchor="ctr" lIns="164592" rIns="164592">
            <a:spAutoFit/>
          </a:bodyPr>
          <a:lstStyle/>
          <a:p>
            <a:pPr rtl="1" algn="ctr">
              <a:lnSpc>
                <a:spcPct val="100000"/>
              </a:lnSpc>
              <a:spcAft>
                <a:spcPts val="0"/>
              </a:spcAft>
            </a:pPr>
            <a:r>
              <a:rPr sz="2400" b="0" lang="fa-IR">
                <a:solidFill>
                  <a:srgbClr val="C9A227"/>
                </a:solidFill>
                <a:latin typeface="Vazirmatn"/>
                <a:cs typeface="Vazirmatn"/>
              </a:rPr>
              <a:t>بسم الله الرحمن الرحیم</a:t>
            </a:r>
          </a:p>
        </p:txBody>
      </p:sp>
      <p:sp>
        <p:nvSpPr>
          <p:cNvPr id="7" name="TextBox 6"/>
          <p:cNvSpPr txBox="1"/>
          <p:nvPr/>
        </p:nvSpPr>
        <p:spPr>
          <a:xfrm>
            <a:off x="2194560" y="4480560"/>
            <a:ext cx="7799831" cy="731520"/>
          </a:xfrm>
          <a:prstGeom prst="rect">
            <a:avLst/>
          </a:prstGeom>
          <a:noFill/>
        </p:spPr>
        <p:txBody>
          <a:bodyPr wrap="square" anchor="ctr" lIns="164592" rIns="164592">
            <a:spAutoFit/>
          </a:bodyPr>
          <a:lstStyle/>
          <a:p>
            <a:pPr rtl="1" algn="ctr">
              <a:lnSpc>
                <a:spcPct val="100000"/>
              </a:lnSpc>
              <a:spcAft>
                <a:spcPts val="0"/>
              </a:spcAft>
            </a:pPr>
            <a:r>
              <a:rPr sz="2200" b="1" lang="fa-IR">
                <a:solidFill>
                  <a:srgbClr val="FFFFFF"/>
                </a:solidFill>
                <a:latin typeface="Vazirmatn"/>
                <a:cs typeface="Vazirmatn"/>
              </a:rPr>
              <a:t>دبیر: استاد آقای حیدری</a:t>
            </a:r>
          </a:p>
        </p:txBody>
      </p:sp>
      <p:sp>
        <p:nvSpPr>
          <p:cNvPr id="10" name="5-Point Star 9"/>
          <p:cNvSpPr/>
          <p:nvPr/>
        </p:nvSpPr>
        <p:spPr>
          <a:xfrm>
            <a:off x="1371600" y="1554480"/>
            <a:ext cx="502920" cy="502920"/>
          </a:xfrm>
          <a:prstGeom prst="star5">
            <a:avLst/>
          </a:prstGeom>
          <a:solidFill>
            <a:srgbClr val="C9A227"/>
          </a:solidFill>
          <a:ln>
            <a:noFill/>
          </a:ln>
          <a:effectLst>
            <a:glow rad="110000">
              <a:srgbClr val="C9A227">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5-Point Star 10"/>
          <p:cNvSpPr/>
          <p:nvPr/>
        </p:nvSpPr>
        <p:spPr>
          <a:xfrm>
            <a:off x="10332720" y="4572000"/>
            <a:ext cx="384048" cy="384048"/>
          </a:xfrm>
          <a:prstGeom prst="star5">
            <a:avLst/>
          </a:prstGeom>
          <a:solidFill>
            <a:srgbClr val="C9A227"/>
          </a:solidFill>
          <a:ln>
            <a:noFill/>
          </a:ln>
          <a:effectLst>
            <a:glow rad="110000">
              <a:srgbClr val="C9A227">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5-Point Star 11"/>
          <p:cNvSpPr/>
          <p:nvPr/>
        </p:nvSpPr>
        <p:spPr>
          <a:xfrm>
            <a:off x="10058400" y="1280160"/>
            <a:ext cx="237744" cy="237744"/>
          </a:xfrm>
          <a:prstGeom prst="star5">
            <a:avLst/>
          </a:prstGeom>
          <a:solidFill>
            <a:srgbClr val="C9A227"/>
          </a:solidFill>
          <a:ln>
            <a:noFill/>
          </a:ln>
          <a:effectLst>
            <a:glow rad="110000">
              <a:srgbClr val="C9A227">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800" fill="hold"/>
                                        <p:tgtEl>
                                          <p:spTgt spid="3"/>
                                        </p:tgtEl>
                                        <p:attrNameLst>
                                          <p:attrName>ppt_w</p:attrName>
                                        </p:attrNameLst>
                                      </p:cBhvr>
                                      <p:tavLst>
                                        <p:tav tm="0">
                                          <p:val>
                                            <p:strVal val="0"/>
                                          </p:val>
                                        </p:tav>
                                        <p:tav tm="100000">
                                          <p:val>
                                            <p:strVal val="#ppt_w"/>
                                          </p:val>
                                        </p:tav>
                                      </p:tavLst>
                                    </p:anim>
                                    <p:anim calcmode="lin" valueType="num">
                                      <p:cBhvr>
                                        <p:cTn id="8" dur="800" fill="hold"/>
                                        <p:tgtEl>
                                          <p:spTgt spid="3"/>
                                        </p:tgtEl>
                                        <p:attrNameLst>
                                          <p:attrName>ppt_h</p:attrName>
                                        </p:attrNameLst>
                                      </p:cBhvr>
                                      <p:tavLst>
                                        <p:tav tm="0">
                                          <p:val>
                                            <p:strVal val="0"/>
                                          </p:val>
                                        </p:tav>
                                        <p:tav tm="100000">
                                          <p:val>
                                            <p:strVal val="#ppt_h"/>
                                          </p:val>
                                        </p:tav>
                                      </p:tavLst>
                                    </p:anim>
                                    <p:animEffect transition="in" filter="fade">
                                      <p:cBhvr>
                                        <p:cTn id="9" dur="800"/>
                                        <p:tgtEl>
                                          <p:spTgt spid="3"/>
                                        </p:tgtEl>
                                      </p:cBhvr>
                                    </p:animEffect>
                                  </p:childTnLst>
                                </p:cTn>
                              </p:par>
                            </p:childTnLst>
                          </p:cTn>
                        </p:par>
                        <p:par>
                          <p:cTn id="10" fill="hold">
                            <p:stCondLst>
                              <p:cond delay="400"/>
                            </p:stCondLst>
                            <p:childTnLst>
                              <p:par>
                                <p:cTn id="11" presetID="2" presetClass="entr" presetSubtype="4"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800" fill="hold"/>
                                        <p:tgtEl>
                                          <p:spTgt spid="4"/>
                                        </p:tgtEl>
                                        <p:attrNameLst>
                                          <p:attrName>ppt_y</p:attrName>
                                        </p:attrNameLst>
                                      </p:cBhvr>
                                      <p:tavLst>
                                        <p:tav tm="0">
                                          <p:val>
                                            <p:strVal val="1+#ppt_h/2"/>
                                          </p:val>
                                        </p:tav>
                                        <p:tav tm="100000">
                                          <p:val>
                                            <p:strVal val="#ppt_y"/>
                                          </p:val>
                                        </p:tav>
                                      </p:tavLst>
                                    </p:anim>
                                    <p:animEffect transition="in" filter="fade">
                                      <p:cBhvr>
                                        <p:cTn id="14" dur="800"/>
                                        <p:tgtEl>
                                          <p:spTgt spid="4"/>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700"/>
                                        <p:tgtEl>
                                          <p:spTgt spid="5"/>
                                        </p:tgtEl>
                                      </p:cBhvr>
                                    </p:animEffect>
                                  </p:childTnLst>
                                </p:cTn>
                              </p:par>
                            </p:childTnLst>
                          </p:cTn>
                        </p:par>
                        <p:par>
                          <p:cTn id="19" fill="hold">
                            <p:stCondLst>
                              <p:cond delay="1300"/>
                            </p:stCondLst>
                            <p:childTnLst>
                              <p:par>
                                <p:cTn id="20" presetID="10"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700"/>
                                        <p:tgtEl>
                                          <p:spTgt spid="6"/>
                                        </p:tgtEl>
                                      </p:cBhvr>
                                    </p:animEffect>
                                  </p:childTnLst>
                                </p:cTn>
                              </p:par>
                            </p:childTnLst>
                          </p:cTn>
                        </p:par>
                        <p:par>
                          <p:cTn id="23" fill="hold">
                            <p:stCondLst>
                              <p:cond delay="1700"/>
                            </p:stCondLst>
                            <p:childTnLst>
                              <p:par>
                                <p:cTn id="24" presetID="2" presetClass="entr" presetSubtype="4"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p:cTn id="26" dur="800" fill="hold"/>
                                        <p:tgtEl>
                                          <p:spTgt spid="7"/>
                                        </p:tgtEl>
                                        <p:attrNameLst>
                                          <p:attrName>ppt_y</p:attrName>
                                        </p:attrNameLst>
                                      </p:cBhvr>
                                      <p:tavLst>
                                        <p:tav tm="0">
                                          <p:val>
                                            <p:strVal val="1+#ppt_h/2"/>
                                          </p:val>
                                        </p:tav>
                                        <p:tav tm="100000">
                                          <p:val>
                                            <p:strVal val="#ppt_y"/>
                                          </p:val>
                                        </p:tav>
                                      </p:tavLst>
                                    </p:anim>
                                    <p:animEffect transition="in" filter="fade">
                                      <p:cBhvr>
                                        <p:cTn id="27" dur="8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mc:AlternateContent xmlns:mc="http://schemas.openxmlformats.org/markup-compatibility/2006" xmlns:p14="http://schemas.microsoft.com/office/powerpoint/2010/main">
    <mc:Choice Requires="p14">
      <p:transition spd="slow" p14:dur="1500">
        <p:sndAc>
          <p:stSnd>
            <p:snd r:embed="rId3" name="chime"/>
          </p:stSnd>
        </p:sndAc>
        <p14:ripple/>
      </p:transition>
    </mc:Choice>
    <mc:Fallback>
      <p:transition spd="slow">
        <p:sndAc>
          <p:stSnd>
            <p:snd r:embed="rId3" name="chime"/>
          </p:stSnd>
        </p:sndAc>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5" name="Oval 4"/>
          <p:cNvSpPr/>
          <p:nvPr/>
        </p:nvSpPr>
        <p:spPr>
          <a:xfrm>
            <a:off x="10424160" y="-822960"/>
            <a:ext cx="2560320" cy="2560320"/>
          </a:xfrm>
          <a:prstGeom prst="ellipse">
            <a:avLst/>
          </a:prstGeom>
          <a:solidFill>
            <a:srgbClr val="C9A227">
              <a:alpha val="18000"/>
            </a:srgbClr>
          </a:solidFill>
          <a:ln>
            <a:noFill/>
          </a:ln>
          <a:effectLst>
            <a:softEdge rad="9000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Picture 1" descr="scene_law.jpg"/>
          <p:cNvPicPr>
            <a:picLocks noChangeAspect="1"/>
          </p:cNvPicPr>
          <p:nvPr/>
        </p:nvPicPr>
        <p:blipFill>
          <a:blip r:embed="rId2"/>
          <a:srcRect l="22444" r="22444"/>
          <a:stretch>
            <a:fillRect/>
          </a:stretch>
        </p:blipFill>
        <p:spPr>
          <a:xfrm>
            <a:off x="0" y="0"/>
            <a:ext cx="5669280" cy="6858000"/>
          </a:xfrm>
          <a:prstGeom prst="rect">
            <a:avLst/>
          </a:prstGeom>
        </p:spPr>
      </p:pic>
      <p:sp>
        <p:nvSpPr>
          <p:cNvPr id="3" name="Rectangle 2"/>
          <p:cNvSpPr/>
          <p:nvPr/>
        </p:nvSpPr>
        <p:spPr>
          <a:xfrm>
            <a:off x="6080760" y="822960"/>
            <a:ext cx="82296" cy="5212080"/>
          </a:xfrm>
          <a:prstGeom prst="rect">
            <a:avLst/>
          </a:prstGeom>
          <a:gradFill rotWithShape="1">
            <a:gsLst>
              <a:gs pos="0">
                <a:srgbClr val="E8CC6A"/>
              </a:gs>
              <a:gs pos="100000">
                <a:srgbClr val="A8801A"/>
              </a:gs>
            </a:gsLst>
            <a:lin scaled="0" ang="16200000"/>
          </a:gradFill>
          <a:ln>
            <a:noFill/>
          </a:ln>
          <a:effectLst>
            <a:glow rad="60000">
              <a:srgbClr val="C9A227">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355080" y="822960"/>
            <a:ext cx="5212080" cy="5212080"/>
          </a:xfrm>
          <a:prstGeom prst="roundRect">
            <a:avLst>
              <a:gd name="adj" fmla="val 5000"/>
            </a:avLst>
          </a:prstGeom>
          <a:solidFill>
            <a:srgbClr val="FFFFFF"/>
          </a:solidFill>
          <a:ln w="15875">
            <a:solidFill>
              <a:srgbClr val="E5DCC8"/>
            </a:solidFill>
          </a:ln>
          <a:effectLst>
            <a:outerShdw blurRad="200000" dist="70000" dir="5400000" algn="t"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20040" rIns="320040"/>
          <a:lstStyle/>
          <a:p>
            <a:pPr algn="r" rtl="1">
              <a:lnSpc>
                <a:spcPct val="100000"/>
              </a:lnSpc>
              <a:spcAft>
                <a:spcPts val="0"/>
              </a:spcAft>
            </a:pPr>
            <a:r>
              <a:rPr sz="1800" b="0" lang="fa-IR">
                <a:solidFill>
                  <a:srgbClr val="1F2937"/>
                </a:solidFill>
                <a:latin typeface="Vazirmatn"/>
                <a:cs typeface="Vazirmatn"/>
              </a:rPr>
              <a:t>ما انسان‌ها از ابتدای تولد با انسان‌های دیگر زندگی می‌کنیم و با ورود به اجتماع، روابط اجتماعی میان ما و دیگران برقرار می‌شود و نسبت به یکدیگر حقوقی پیدا می‌کنیم. با این حال هیچ‌یک از ما در استفاده از حقوق خود، آزادی مطلق و بی‌قید و شرط نداریم؛ بلکه تا آنجا می‌توانیم حق خود را اعمال کنیم که مغایر «قانون» نباشد. برای مثال می‌توانیم با اعمال حق خود سبب خسارت و زیان دیگران شویم. همچنین، ما باید هنگام انجام کارهای خود، احکام الهی را نیز مانند قانون و مقررات، رعایت کنیم. یکی از مهم‌ترین علت پدید آمدن مقررات و قوانین در جامعه، برقراری نظم و حفظ حقوق افراد بوده است.</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800" fill="hold"/>
                                        <p:tgtEl>
                                          <p:spTgt spid="2"/>
                                        </p:tgtEl>
                                        <p:attrNameLst>
                                          <p:attrName>ppt_w</p:attrName>
                                        </p:attrNameLst>
                                      </p:cBhvr>
                                      <p:tavLst>
                                        <p:tav tm="0">
                                          <p:val>
                                            <p:strVal val="0"/>
                                          </p:val>
                                        </p:tav>
                                        <p:tav tm="100000">
                                          <p:val>
                                            <p:strVal val="#ppt_w"/>
                                          </p:val>
                                        </p:tav>
                                      </p:tavLst>
                                    </p:anim>
                                    <p:anim calcmode="lin" valueType="num">
                                      <p:cBhvr>
                                        <p:cTn id="8" dur="800" fill="hold"/>
                                        <p:tgtEl>
                                          <p:spTgt spid="2"/>
                                        </p:tgtEl>
                                        <p:attrNameLst>
                                          <p:attrName>ppt_h</p:attrName>
                                        </p:attrNameLst>
                                      </p:cBhvr>
                                      <p:tavLst>
                                        <p:tav tm="0">
                                          <p:val>
                                            <p:strVal val="0"/>
                                          </p:val>
                                        </p:tav>
                                        <p:tav tm="100000">
                                          <p:val>
                                            <p:strVal val="#ppt_h"/>
                                          </p:val>
                                        </p:tav>
                                      </p:tavLst>
                                    </p:anim>
                                    <p:animEffect transition="in" filter="fade">
                                      <p:cBhvr>
                                        <p:cTn id="9" dur="800"/>
                                        <p:tgtEl>
                                          <p:spTgt spid="2"/>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7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800" fill="hold"/>
                                        <p:tgtEl>
                                          <p:spTgt spid="4"/>
                                        </p:tgtEl>
                                        <p:attrNameLst>
                                          <p:attrName>ppt_y</p:attrName>
                                        </p:attrNameLst>
                                      </p:cBhvr>
                                      <p:tavLst>
                                        <p:tav tm="0">
                                          <p:val>
                                            <p:strVal val="1+#ppt_h/2"/>
                                          </p:val>
                                        </p:tav>
                                        <p:tav tm="100000">
                                          <p:val>
                                            <p:strVal val="#ppt_y"/>
                                          </p:val>
                                        </p:tav>
                                      </p:tavLst>
                                    </p:anim>
                                    <p:animEffect transition="in" filter="fade">
                                      <p:cBhvr>
                                        <p:cTn id="19" dur="8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transition spd="med">
    <p:sndAc>
      <p:stSnd>
        <p:snd r:embed="rId3" name="whoosh"/>
      </p:stSnd>
    </p:sndAc>
    <p:push dir="u"/>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12" name="Oval 11"/>
          <p:cNvSpPr/>
          <p:nvPr/>
        </p:nvSpPr>
        <p:spPr>
          <a:xfrm>
            <a:off x="-1005840" y="4480560"/>
            <a:ext cx="2926080" cy="2926080"/>
          </a:xfrm>
          <a:prstGeom prst="ellipse">
            <a:avLst/>
          </a:prstGeom>
          <a:solidFill>
            <a:srgbClr val="1B6E8C">
              <a:alpha val="18000"/>
            </a:srgbClr>
          </a:solidFill>
          <a:ln>
            <a:noFill/>
          </a:ln>
          <a:effectLst>
            <a:softEdge rad="9000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548640" y="320040"/>
            <a:ext cx="11064240" cy="868680"/>
          </a:xfrm>
          <a:prstGeom prst="rect">
            <a:avLst/>
          </a:prstGeom>
          <a:noFill/>
        </p:spPr>
        <p:txBody>
          <a:bodyPr wrap="square" anchor="ctr" lIns="164592" rIns="164592">
            <a:spAutoFit/>
          </a:bodyPr>
          <a:lstStyle/>
          <a:p>
            <a:pPr rtl="1" algn="r">
              <a:lnSpc>
                <a:spcPct val="100000"/>
              </a:lnSpc>
              <a:spcAft>
                <a:spcPts val="0"/>
              </a:spcAft>
            </a:pPr>
            <a:r>
              <a:rPr sz="3400" b="0" lang="fa-IR">
                <a:solidFill>
                  <a:srgbClr val="0E2A47"/>
                </a:solidFill>
                <a:latin typeface="Vazirmatn Black"/>
                <a:cs typeface="Vazirmatn Black"/>
              </a:rPr>
              <a:t>یادآوری</a:t>
            </a:r>
          </a:p>
        </p:txBody>
      </p:sp>
      <p:sp>
        <p:nvSpPr>
          <p:cNvPr id="3" name="Rectangle 2"/>
          <p:cNvSpPr/>
          <p:nvPr/>
        </p:nvSpPr>
        <p:spPr>
          <a:xfrm>
            <a:off x="9966960" y="1216152"/>
            <a:ext cx="1645920" cy="6400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828800"/>
            <a:ext cx="10835640" cy="1828800"/>
          </a:xfrm>
          <a:prstGeom prst="roundRect">
            <a:avLst>
              <a:gd name="adj" fmla="val 8000"/>
            </a:avLst>
          </a:prstGeom>
          <a:solidFill>
            <a:srgbClr val="FFFFFF"/>
          </a:solidFill>
          <a:ln w="15875">
            <a:solidFill>
              <a:srgbClr val="E5DCC8"/>
            </a:solidFill>
          </a:ln>
          <a:effectLst>
            <a:outerShdw blurRad="200000" dist="70000" dir="5400000" algn="t"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r" rtl="1">
              <a:lnSpc>
                <a:spcPct val="100000"/>
              </a:lnSpc>
              <a:spcAft>
                <a:spcPts val="0"/>
              </a:spcAft>
            </a:pPr>
            <a:r>
              <a:rPr sz="2100" b="0" lang="fa-IR">
                <a:solidFill>
                  <a:srgbClr val="1F2937"/>
                </a:solidFill>
                <a:latin typeface="Vazirmatn"/>
                <a:cs typeface="Vazirmatn"/>
              </a:rPr>
              <a:t>در سال‌های پیش با مقررات خانه و مدرسه آشنا شدید. همچنین آموختید که هریک از مکان‌های عمومی چون کتابخانه، سینما، پارک، مسجد، ورزشگاه و... مقررات مخصوص به خود را دارند.</a:t>
            </a:r>
          </a:p>
        </p:txBody>
      </p:sp>
      <p:sp>
        <p:nvSpPr>
          <p:cNvPr id="5" name="Rounded Rectangle 4"/>
          <p:cNvSpPr/>
          <p:nvPr/>
        </p:nvSpPr>
        <p:spPr>
          <a:xfrm>
            <a:off x="9052559" y="4114800"/>
            <a:ext cx="2468880" cy="822960"/>
          </a:xfrm>
          <a:prstGeom prst="roundRect">
            <a:avLst>
              <a:gd name="adj" fmla="val 50000"/>
            </a:avLst>
          </a:prstGeom>
          <a:gradFill rotWithShape="1">
            <a:gsLst>
              <a:gs pos="0">
                <a:srgbClr val="1E7B4B"/>
              </a:gs>
              <a:gs pos="100000">
                <a:srgbClr val="155634"/>
              </a:gs>
            </a:gsLst>
            <a:lin scaled="0" ang="16200000"/>
          </a:gradFill>
          <a:ln>
            <a:noFill/>
          </a:ln>
          <a:effectLst>
            <a:outerShdw blurRad="170000" dist="60000" dir="5400000" algn="t" rotWithShape="0">
              <a:srgbClr val="000000">
                <a:alpha val="28000"/>
              </a:srgbClr>
            </a:outerShdw>
          </a:effectLst>
          <a:sp3d>
            <a:bevelT w="50800" h="38100"/>
          </a:sp3d>
        </p:spPr>
        <p:style>
          <a:lnRef idx="1">
            <a:schemeClr val="accent1"/>
          </a:lnRef>
          <a:fillRef idx="3">
            <a:schemeClr val="accent1"/>
          </a:fillRef>
          <a:effectRef idx="2">
            <a:schemeClr val="accent1"/>
          </a:effectRef>
          <a:fontRef idx="minor">
            <a:schemeClr val="lt1"/>
          </a:fontRef>
        </p:style>
        <p:txBody>
          <a:bodyPr rtlCol="0" anchor="ctr" wrap="square"/>
          <a:lstStyle/>
          <a:p>
            <a:pPr algn="ctr" rtl="1">
              <a:lnSpc>
                <a:spcPct val="100000"/>
              </a:lnSpc>
              <a:spcAft>
                <a:spcPts val="0"/>
              </a:spcAft>
            </a:pPr>
            <a:r>
              <a:rPr sz="2200" b="0" lang="fa-IR">
                <a:solidFill>
                  <a:srgbClr val="FFFFFF"/>
                </a:solidFill>
                <a:latin typeface="Vazirmatn Black"/>
                <a:cs typeface="Vazirmatn Black"/>
              </a:rPr>
              <a:t>خانه</a:t>
            </a:r>
          </a:p>
        </p:txBody>
      </p:sp>
      <p:sp>
        <p:nvSpPr>
          <p:cNvPr id="6" name="Rounded Rectangle 5"/>
          <p:cNvSpPr/>
          <p:nvPr/>
        </p:nvSpPr>
        <p:spPr>
          <a:xfrm>
            <a:off x="6355079" y="4114800"/>
            <a:ext cx="2468880" cy="822960"/>
          </a:xfrm>
          <a:prstGeom prst="roundRect">
            <a:avLst>
              <a:gd name="adj" fmla="val 50000"/>
            </a:avLst>
          </a:prstGeom>
          <a:gradFill rotWithShape="1">
            <a:gsLst>
              <a:gs pos="0">
                <a:srgbClr val="1F5FA8"/>
              </a:gs>
              <a:gs pos="100000">
                <a:srgbClr val="154275"/>
              </a:gs>
            </a:gsLst>
            <a:lin scaled="0" ang="16200000"/>
          </a:gradFill>
          <a:ln>
            <a:noFill/>
          </a:ln>
          <a:effectLst>
            <a:outerShdw blurRad="170000" dist="60000" dir="5400000" algn="t" rotWithShape="0">
              <a:srgbClr val="000000">
                <a:alpha val="28000"/>
              </a:srgbClr>
            </a:outerShdw>
          </a:effectLst>
          <a:sp3d>
            <a:bevelT w="50800" h="38100"/>
          </a:sp3d>
        </p:spPr>
        <p:style>
          <a:lnRef idx="1">
            <a:schemeClr val="accent1"/>
          </a:lnRef>
          <a:fillRef idx="3">
            <a:schemeClr val="accent1"/>
          </a:fillRef>
          <a:effectRef idx="2">
            <a:schemeClr val="accent1"/>
          </a:effectRef>
          <a:fontRef idx="minor">
            <a:schemeClr val="lt1"/>
          </a:fontRef>
        </p:style>
        <p:txBody>
          <a:bodyPr rtlCol="0" anchor="ctr" wrap="square"/>
          <a:lstStyle/>
          <a:p>
            <a:pPr algn="ctr" rtl="1">
              <a:lnSpc>
                <a:spcPct val="100000"/>
              </a:lnSpc>
              <a:spcAft>
                <a:spcPts val="0"/>
              </a:spcAft>
            </a:pPr>
            <a:r>
              <a:rPr sz="2200" b="0" lang="fa-IR">
                <a:solidFill>
                  <a:srgbClr val="FFFFFF"/>
                </a:solidFill>
                <a:latin typeface="Vazirmatn Black"/>
                <a:cs typeface="Vazirmatn Black"/>
              </a:rPr>
              <a:t>مدرسه</a:t>
            </a:r>
          </a:p>
        </p:txBody>
      </p:sp>
      <p:sp>
        <p:nvSpPr>
          <p:cNvPr id="7" name="Rounded Rectangle 6"/>
          <p:cNvSpPr/>
          <p:nvPr/>
        </p:nvSpPr>
        <p:spPr>
          <a:xfrm>
            <a:off x="3657599" y="4114800"/>
            <a:ext cx="2468880" cy="822960"/>
          </a:xfrm>
          <a:prstGeom prst="roundRect">
            <a:avLst>
              <a:gd name="adj" fmla="val 50000"/>
            </a:avLst>
          </a:prstGeom>
          <a:gradFill rotWithShape="1">
            <a:gsLst>
              <a:gs pos="0">
                <a:srgbClr val="1B6E8C"/>
              </a:gs>
              <a:gs pos="100000">
                <a:srgbClr val="124D62"/>
              </a:gs>
            </a:gsLst>
            <a:lin scaled="0" ang="16200000"/>
          </a:gradFill>
          <a:ln>
            <a:noFill/>
          </a:ln>
          <a:effectLst>
            <a:outerShdw blurRad="170000" dist="60000" dir="5400000" algn="t" rotWithShape="0">
              <a:srgbClr val="000000">
                <a:alpha val="28000"/>
              </a:srgbClr>
            </a:outerShdw>
          </a:effectLst>
          <a:sp3d>
            <a:bevelT w="50800" h="38100"/>
          </a:sp3d>
        </p:spPr>
        <p:style>
          <a:lnRef idx="1">
            <a:schemeClr val="accent1"/>
          </a:lnRef>
          <a:fillRef idx="3">
            <a:schemeClr val="accent1"/>
          </a:fillRef>
          <a:effectRef idx="2">
            <a:schemeClr val="accent1"/>
          </a:effectRef>
          <a:fontRef idx="minor">
            <a:schemeClr val="lt1"/>
          </a:fontRef>
        </p:style>
        <p:txBody>
          <a:bodyPr rtlCol="0" anchor="ctr" wrap="square"/>
          <a:lstStyle/>
          <a:p>
            <a:pPr algn="ctr" rtl="1">
              <a:lnSpc>
                <a:spcPct val="100000"/>
              </a:lnSpc>
              <a:spcAft>
                <a:spcPts val="0"/>
              </a:spcAft>
            </a:pPr>
            <a:r>
              <a:rPr sz="2200" b="0" lang="fa-IR">
                <a:solidFill>
                  <a:srgbClr val="FFFFFF"/>
                </a:solidFill>
                <a:latin typeface="Vazirmatn Black"/>
                <a:cs typeface="Vazirmatn Black"/>
              </a:rPr>
              <a:t>کتابخانه</a:t>
            </a:r>
          </a:p>
        </p:txBody>
      </p:sp>
      <p:sp>
        <p:nvSpPr>
          <p:cNvPr id="8" name="Rounded Rectangle 7"/>
          <p:cNvSpPr/>
          <p:nvPr/>
        </p:nvSpPr>
        <p:spPr>
          <a:xfrm>
            <a:off x="960119" y="4114800"/>
            <a:ext cx="2468880" cy="822960"/>
          </a:xfrm>
          <a:prstGeom prst="roundRect">
            <a:avLst>
              <a:gd name="adj" fmla="val 50000"/>
            </a:avLst>
          </a:prstGeom>
          <a:gradFill rotWithShape="1">
            <a:gsLst>
              <a:gs pos="0">
                <a:srgbClr val="6D4C9F"/>
              </a:gs>
              <a:gs pos="100000">
                <a:srgbClr val="4C356F"/>
              </a:gs>
            </a:gsLst>
            <a:lin scaled="0" ang="16200000"/>
          </a:gradFill>
          <a:ln>
            <a:noFill/>
          </a:ln>
          <a:effectLst>
            <a:outerShdw blurRad="170000" dist="60000" dir="5400000" algn="t" rotWithShape="0">
              <a:srgbClr val="000000">
                <a:alpha val="28000"/>
              </a:srgbClr>
            </a:outerShdw>
          </a:effectLst>
          <a:sp3d>
            <a:bevelT w="50800" h="38100"/>
          </a:sp3d>
        </p:spPr>
        <p:style>
          <a:lnRef idx="1">
            <a:schemeClr val="accent1"/>
          </a:lnRef>
          <a:fillRef idx="3">
            <a:schemeClr val="accent1"/>
          </a:fillRef>
          <a:effectRef idx="2">
            <a:schemeClr val="accent1"/>
          </a:effectRef>
          <a:fontRef idx="minor">
            <a:schemeClr val="lt1"/>
          </a:fontRef>
        </p:style>
        <p:txBody>
          <a:bodyPr rtlCol="0" anchor="ctr" wrap="square"/>
          <a:lstStyle/>
          <a:p>
            <a:pPr algn="ctr" rtl="1">
              <a:lnSpc>
                <a:spcPct val="100000"/>
              </a:lnSpc>
              <a:spcAft>
                <a:spcPts val="0"/>
              </a:spcAft>
            </a:pPr>
            <a:r>
              <a:rPr sz="2200" b="0" lang="fa-IR">
                <a:solidFill>
                  <a:srgbClr val="FFFFFF"/>
                </a:solidFill>
                <a:latin typeface="Vazirmatn Black"/>
                <a:cs typeface="Vazirmatn Black"/>
              </a:rPr>
              <a:t>سینما</a:t>
            </a:r>
          </a:p>
        </p:txBody>
      </p:sp>
      <p:sp>
        <p:nvSpPr>
          <p:cNvPr id="9" name="Rounded Rectangle 8"/>
          <p:cNvSpPr/>
          <p:nvPr/>
        </p:nvSpPr>
        <p:spPr>
          <a:xfrm>
            <a:off x="9052559" y="5212080"/>
            <a:ext cx="2468880" cy="822960"/>
          </a:xfrm>
          <a:prstGeom prst="roundRect">
            <a:avLst>
              <a:gd name="adj" fmla="val 50000"/>
            </a:avLst>
          </a:prstGeom>
          <a:gradFill rotWithShape="1">
            <a:gsLst>
              <a:gs pos="0">
                <a:srgbClr val="1E7B4B"/>
              </a:gs>
              <a:gs pos="100000">
                <a:srgbClr val="155634"/>
              </a:gs>
            </a:gsLst>
            <a:lin scaled="0" ang="16200000"/>
          </a:gradFill>
          <a:ln>
            <a:noFill/>
          </a:ln>
          <a:effectLst>
            <a:outerShdw blurRad="170000" dist="60000" dir="5400000" algn="t" rotWithShape="0">
              <a:srgbClr val="000000">
                <a:alpha val="28000"/>
              </a:srgbClr>
            </a:outerShdw>
          </a:effectLst>
          <a:sp3d>
            <a:bevelT w="50800" h="38100"/>
          </a:sp3d>
        </p:spPr>
        <p:style>
          <a:lnRef idx="1">
            <a:schemeClr val="accent1"/>
          </a:lnRef>
          <a:fillRef idx="3">
            <a:schemeClr val="accent1"/>
          </a:fillRef>
          <a:effectRef idx="2">
            <a:schemeClr val="accent1"/>
          </a:effectRef>
          <a:fontRef idx="minor">
            <a:schemeClr val="lt1"/>
          </a:fontRef>
        </p:style>
        <p:txBody>
          <a:bodyPr rtlCol="0" anchor="ctr" wrap="square"/>
          <a:lstStyle/>
          <a:p>
            <a:pPr algn="ctr" rtl="1">
              <a:lnSpc>
                <a:spcPct val="100000"/>
              </a:lnSpc>
              <a:spcAft>
                <a:spcPts val="0"/>
              </a:spcAft>
            </a:pPr>
            <a:r>
              <a:rPr sz="2200" b="0" lang="fa-IR">
                <a:solidFill>
                  <a:srgbClr val="FFFFFF"/>
                </a:solidFill>
                <a:latin typeface="Vazirmatn Black"/>
                <a:cs typeface="Vazirmatn Black"/>
              </a:rPr>
              <a:t>پارک</a:t>
            </a:r>
          </a:p>
        </p:txBody>
      </p:sp>
      <p:sp>
        <p:nvSpPr>
          <p:cNvPr id="10" name="Rounded Rectangle 9"/>
          <p:cNvSpPr/>
          <p:nvPr/>
        </p:nvSpPr>
        <p:spPr>
          <a:xfrm>
            <a:off x="6355079" y="5212080"/>
            <a:ext cx="2468880" cy="822960"/>
          </a:xfrm>
          <a:prstGeom prst="roundRect">
            <a:avLst>
              <a:gd name="adj" fmla="val 50000"/>
            </a:avLst>
          </a:prstGeom>
          <a:gradFill rotWithShape="1">
            <a:gsLst>
              <a:gs pos="0">
                <a:srgbClr val="D9822B"/>
              </a:gs>
              <a:gs pos="100000">
                <a:srgbClr val="975B1E"/>
              </a:gs>
            </a:gsLst>
            <a:lin scaled="0" ang="16200000"/>
          </a:gradFill>
          <a:ln>
            <a:noFill/>
          </a:ln>
          <a:effectLst>
            <a:outerShdw blurRad="170000" dist="60000" dir="5400000" algn="t" rotWithShape="0">
              <a:srgbClr val="000000">
                <a:alpha val="28000"/>
              </a:srgbClr>
            </a:outerShdw>
          </a:effectLst>
          <a:sp3d>
            <a:bevelT w="50800" h="38100"/>
          </a:sp3d>
        </p:spPr>
        <p:style>
          <a:lnRef idx="1">
            <a:schemeClr val="accent1"/>
          </a:lnRef>
          <a:fillRef idx="3">
            <a:schemeClr val="accent1"/>
          </a:fillRef>
          <a:effectRef idx="2">
            <a:schemeClr val="accent1"/>
          </a:effectRef>
          <a:fontRef idx="minor">
            <a:schemeClr val="lt1"/>
          </a:fontRef>
        </p:style>
        <p:txBody>
          <a:bodyPr rtlCol="0" anchor="ctr" wrap="square"/>
          <a:lstStyle/>
          <a:p>
            <a:pPr algn="ctr" rtl="1">
              <a:lnSpc>
                <a:spcPct val="100000"/>
              </a:lnSpc>
              <a:spcAft>
                <a:spcPts val="0"/>
              </a:spcAft>
            </a:pPr>
            <a:r>
              <a:rPr sz="2200" b="0" lang="fa-IR">
                <a:solidFill>
                  <a:srgbClr val="FFFFFF"/>
                </a:solidFill>
                <a:latin typeface="Vazirmatn Black"/>
                <a:cs typeface="Vazirmatn Black"/>
              </a:rPr>
              <a:t>مسجد</a:t>
            </a:r>
          </a:p>
        </p:txBody>
      </p:sp>
      <p:sp>
        <p:nvSpPr>
          <p:cNvPr id="11" name="Rounded Rectangle 10"/>
          <p:cNvSpPr/>
          <p:nvPr/>
        </p:nvSpPr>
        <p:spPr>
          <a:xfrm>
            <a:off x="3657599" y="5212080"/>
            <a:ext cx="2468880" cy="822960"/>
          </a:xfrm>
          <a:prstGeom prst="roundRect">
            <a:avLst>
              <a:gd name="adj" fmla="val 50000"/>
            </a:avLst>
          </a:prstGeom>
          <a:gradFill rotWithShape="1">
            <a:gsLst>
              <a:gs pos="0">
                <a:srgbClr val="B3262E"/>
              </a:gs>
              <a:gs pos="100000">
                <a:srgbClr val="7D1A20"/>
              </a:gs>
            </a:gsLst>
            <a:lin scaled="0" ang="16200000"/>
          </a:gradFill>
          <a:ln>
            <a:noFill/>
          </a:ln>
          <a:effectLst>
            <a:outerShdw blurRad="170000" dist="60000" dir="5400000" algn="t" rotWithShape="0">
              <a:srgbClr val="000000">
                <a:alpha val="28000"/>
              </a:srgbClr>
            </a:outerShdw>
          </a:effectLst>
          <a:sp3d>
            <a:bevelT w="50800" h="38100"/>
          </a:sp3d>
        </p:spPr>
        <p:style>
          <a:lnRef idx="1">
            <a:schemeClr val="accent1"/>
          </a:lnRef>
          <a:fillRef idx="3">
            <a:schemeClr val="accent1"/>
          </a:fillRef>
          <a:effectRef idx="2">
            <a:schemeClr val="accent1"/>
          </a:effectRef>
          <a:fontRef idx="minor">
            <a:schemeClr val="lt1"/>
          </a:fontRef>
        </p:style>
        <p:txBody>
          <a:bodyPr rtlCol="0" anchor="ctr" wrap="square"/>
          <a:lstStyle/>
          <a:p>
            <a:pPr algn="ctr" rtl="1">
              <a:lnSpc>
                <a:spcPct val="100000"/>
              </a:lnSpc>
              <a:spcAft>
                <a:spcPts val="0"/>
              </a:spcAft>
            </a:pPr>
            <a:r>
              <a:rPr sz="2200" b="0" lang="fa-IR">
                <a:solidFill>
                  <a:srgbClr val="FFFFFF"/>
                </a:solidFill>
                <a:latin typeface="Vazirmatn Black"/>
                <a:cs typeface="Vazirmatn Black"/>
              </a:rPr>
              <a:t>ورزشگاه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800" fill="hold"/>
                                        <p:tgtEl>
                                          <p:spTgt spid="4"/>
                                        </p:tgtEl>
                                        <p:attrNameLst>
                                          <p:attrName>ppt_y</p:attrName>
                                        </p:attrNameLst>
                                      </p:cBhvr>
                                      <p:tavLst>
                                        <p:tav tm="0">
                                          <p:val>
                                            <p:strVal val="1+#ppt_h/2"/>
                                          </p:val>
                                        </p:tav>
                                        <p:tav tm="100000">
                                          <p:val>
                                            <p:strVal val="#ppt_y"/>
                                          </p:val>
                                        </p:tav>
                                      </p:tavLst>
                                    </p:anim>
                                    <p:animEffect transition="in" filter="fade">
                                      <p:cBhvr>
                                        <p:cTn id="8" dur="800"/>
                                        <p:tgtEl>
                                          <p:spTgt spid="4"/>
                                        </p:tgtEl>
                                      </p:cBhvr>
                                    </p:animEffect>
                                  </p:childTnLst>
                                </p:cTn>
                              </p:par>
                            </p:childTnLst>
                          </p:cTn>
                        </p:par>
                        <p:par>
                          <p:cTn id="9" fill="hold">
                            <p:stCondLst>
                              <p:cond delay="90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800" fill="hold"/>
                                        <p:tgtEl>
                                          <p:spTgt spid="5"/>
                                        </p:tgtEl>
                                        <p:attrNameLst>
                                          <p:attrName>ppt_y</p:attrName>
                                        </p:attrNameLst>
                                      </p:cBhvr>
                                      <p:tavLst>
                                        <p:tav tm="0">
                                          <p:val>
                                            <p:strVal val="1+#ppt_h/2"/>
                                          </p:val>
                                        </p:tav>
                                        <p:tav tm="100000">
                                          <p:val>
                                            <p:strVal val="#ppt_y"/>
                                          </p:val>
                                        </p:tav>
                                      </p:tavLst>
                                    </p:anim>
                                    <p:animEffect transition="in" filter="fade">
                                      <p:cBhvr>
                                        <p:cTn id="13" dur="800"/>
                                        <p:tgtEl>
                                          <p:spTgt spid="5"/>
                                        </p:tgtEl>
                                      </p:cBhvr>
                                    </p:animEffect>
                                  </p:childTnLst>
                                </p:cTn>
                              </p:par>
                            </p:childTnLst>
                          </p:cTn>
                        </p:par>
                        <p:par>
                          <p:cTn id="14" fill="hold">
                            <p:stCondLst>
                              <p:cond delay="1200"/>
                            </p:stCondLst>
                            <p:childTnLst>
                              <p:par>
                                <p:cTn id="15" presetID="53" presetClass="entr" presetSubtype="16"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800" fill="hold"/>
                                        <p:tgtEl>
                                          <p:spTgt spid="6"/>
                                        </p:tgtEl>
                                        <p:attrNameLst>
                                          <p:attrName>ppt_w</p:attrName>
                                        </p:attrNameLst>
                                      </p:cBhvr>
                                      <p:tavLst>
                                        <p:tav tm="0">
                                          <p:val>
                                            <p:strVal val="0"/>
                                          </p:val>
                                        </p:tav>
                                        <p:tav tm="100000">
                                          <p:val>
                                            <p:strVal val="#ppt_w"/>
                                          </p:val>
                                        </p:tav>
                                      </p:tavLst>
                                    </p:anim>
                                    <p:anim calcmode="lin" valueType="num">
                                      <p:cBhvr>
                                        <p:cTn id="18" dur="800" fill="hold"/>
                                        <p:tgtEl>
                                          <p:spTgt spid="6"/>
                                        </p:tgtEl>
                                        <p:attrNameLst>
                                          <p:attrName>ppt_h</p:attrName>
                                        </p:attrNameLst>
                                      </p:cBhvr>
                                      <p:tavLst>
                                        <p:tav tm="0">
                                          <p:val>
                                            <p:strVal val="0"/>
                                          </p:val>
                                        </p:tav>
                                        <p:tav tm="100000">
                                          <p:val>
                                            <p:strVal val="#ppt_h"/>
                                          </p:val>
                                        </p:tav>
                                      </p:tavLst>
                                    </p:anim>
                                    <p:animEffect transition="in" filter="fade">
                                      <p:cBhvr>
                                        <p:cTn id="19" dur="800"/>
                                        <p:tgtEl>
                                          <p:spTgt spid="6"/>
                                        </p:tgtEl>
                                      </p:cBhvr>
                                    </p:animEffect>
                                  </p:childTnLst>
                                </p:cTn>
                              </p:par>
                            </p:childTnLst>
                          </p:cTn>
                        </p:par>
                        <p:par>
                          <p:cTn id="20" fill="hold">
                            <p:stCondLst>
                              <p:cond delay="1500"/>
                            </p:stCondLst>
                            <p:childTnLst>
                              <p:par>
                                <p:cTn id="21" presetID="2" presetClass="entr" presetSubtype="4"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800" fill="hold"/>
                                        <p:tgtEl>
                                          <p:spTgt spid="7"/>
                                        </p:tgtEl>
                                        <p:attrNameLst>
                                          <p:attrName>ppt_y</p:attrName>
                                        </p:attrNameLst>
                                      </p:cBhvr>
                                      <p:tavLst>
                                        <p:tav tm="0">
                                          <p:val>
                                            <p:strVal val="1+#ppt_h/2"/>
                                          </p:val>
                                        </p:tav>
                                        <p:tav tm="100000">
                                          <p:val>
                                            <p:strVal val="#ppt_y"/>
                                          </p:val>
                                        </p:tav>
                                      </p:tavLst>
                                    </p:anim>
                                    <p:animEffect transition="in" filter="fade">
                                      <p:cBhvr>
                                        <p:cTn id="24" dur="800"/>
                                        <p:tgtEl>
                                          <p:spTgt spid="7"/>
                                        </p:tgtEl>
                                      </p:cBhvr>
                                    </p:animEffect>
                                  </p:childTnLst>
                                </p:cTn>
                              </p:par>
                            </p:childTnLst>
                          </p:cTn>
                        </p:par>
                        <p:par>
                          <p:cTn id="25" fill="hold">
                            <p:stCondLst>
                              <p:cond delay="1800"/>
                            </p:stCondLst>
                            <p:childTnLst>
                              <p:par>
                                <p:cTn id="26" presetID="53" presetClass="entr" presetSubtype="16"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800" fill="hold"/>
                                        <p:tgtEl>
                                          <p:spTgt spid="8"/>
                                        </p:tgtEl>
                                        <p:attrNameLst>
                                          <p:attrName>ppt_w</p:attrName>
                                        </p:attrNameLst>
                                      </p:cBhvr>
                                      <p:tavLst>
                                        <p:tav tm="0">
                                          <p:val>
                                            <p:strVal val="0"/>
                                          </p:val>
                                        </p:tav>
                                        <p:tav tm="100000">
                                          <p:val>
                                            <p:strVal val="#ppt_w"/>
                                          </p:val>
                                        </p:tav>
                                      </p:tavLst>
                                    </p:anim>
                                    <p:anim calcmode="lin" valueType="num">
                                      <p:cBhvr>
                                        <p:cTn id="29" dur="800" fill="hold"/>
                                        <p:tgtEl>
                                          <p:spTgt spid="8"/>
                                        </p:tgtEl>
                                        <p:attrNameLst>
                                          <p:attrName>ppt_h</p:attrName>
                                        </p:attrNameLst>
                                      </p:cBhvr>
                                      <p:tavLst>
                                        <p:tav tm="0">
                                          <p:val>
                                            <p:strVal val="0"/>
                                          </p:val>
                                        </p:tav>
                                        <p:tav tm="100000">
                                          <p:val>
                                            <p:strVal val="#ppt_h"/>
                                          </p:val>
                                        </p:tav>
                                      </p:tavLst>
                                    </p:anim>
                                    <p:animEffect transition="in" filter="fade">
                                      <p:cBhvr>
                                        <p:cTn id="30" dur="800"/>
                                        <p:tgtEl>
                                          <p:spTgt spid="8"/>
                                        </p:tgtEl>
                                      </p:cBhvr>
                                    </p:animEffect>
                                  </p:childTnLst>
                                </p:cTn>
                              </p:par>
                            </p:childTnLst>
                          </p:cTn>
                        </p:par>
                        <p:par>
                          <p:cTn id="31" fill="hold">
                            <p:stCondLst>
                              <p:cond delay="2100"/>
                            </p:stCondLst>
                            <p:childTnLst>
                              <p:par>
                                <p:cTn id="32" presetID="2" presetClass="entr" presetSubtype="4"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800" fill="hold"/>
                                        <p:tgtEl>
                                          <p:spTgt spid="9"/>
                                        </p:tgtEl>
                                        <p:attrNameLst>
                                          <p:attrName>ppt_y</p:attrName>
                                        </p:attrNameLst>
                                      </p:cBhvr>
                                      <p:tavLst>
                                        <p:tav tm="0">
                                          <p:val>
                                            <p:strVal val="1+#ppt_h/2"/>
                                          </p:val>
                                        </p:tav>
                                        <p:tav tm="100000">
                                          <p:val>
                                            <p:strVal val="#ppt_y"/>
                                          </p:val>
                                        </p:tav>
                                      </p:tavLst>
                                    </p:anim>
                                    <p:animEffect transition="in" filter="fade">
                                      <p:cBhvr>
                                        <p:cTn id="35" dur="800"/>
                                        <p:tgtEl>
                                          <p:spTgt spid="9"/>
                                        </p:tgtEl>
                                      </p:cBhvr>
                                    </p:animEffect>
                                  </p:childTnLst>
                                </p:cTn>
                              </p:par>
                            </p:childTnLst>
                          </p:cTn>
                        </p:par>
                        <p:par>
                          <p:cTn id="36" fill="hold">
                            <p:stCondLst>
                              <p:cond delay="2400"/>
                            </p:stCondLst>
                            <p:childTnLst>
                              <p:par>
                                <p:cTn id="37" presetID="53" presetClass="entr" presetSubtype="16"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800" fill="hold"/>
                                        <p:tgtEl>
                                          <p:spTgt spid="10"/>
                                        </p:tgtEl>
                                        <p:attrNameLst>
                                          <p:attrName>ppt_w</p:attrName>
                                        </p:attrNameLst>
                                      </p:cBhvr>
                                      <p:tavLst>
                                        <p:tav tm="0">
                                          <p:val>
                                            <p:strVal val="0"/>
                                          </p:val>
                                        </p:tav>
                                        <p:tav tm="100000">
                                          <p:val>
                                            <p:strVal val="#ppt_w"/>
                                          </p:val>
                                        </p:tav>
                                      </p:tavLst>
                                    </p:anim>
                                    <p:anim calcmode="lin" valueType="num">
                                      <p:cBhvr>
                                        <p:cTn id="40" dur="800" fill="hold"/>
                                        <p:tgtEl>
                                          <p:spTgt spid="10"/>
                                        </p:tgtEl>
                                        <p:attrNameLst>
                                          <p:attrName>ppt_h</p:attrName>
                                        </p:attrNameLst>
                                      </p:cBhvr>
                                      <p:tavLst>
                                        <p:tav tm="0">
                                          <p:val>
                                            <p:strVal val="0"/>
                                          </p:val>
                                        </p:tav>
                                        <p:tav tm="100000">
                                          <p:val>
                                            <p:strVal val="#ppt_h"/>
                                          </p:val>
                                        </p:tav>
                                      </p:tavLst>
                                    </p:anim>
                                    <p:animEffect transition="in" filter="fade">
                                      <p:cBhvr>
                                        <p:cTn id="41" dur="800"/>
                                        <p:tgtEl>
                                          <p:spTgt spid="10"/>
                                        </p:tgtEl>
                                      </p:cBhvr>
                                    </p:animEffect>
                                  </p:childTnLst>
                                </p:cTn>
                              </p:par>
                            </p:childTnLst>
                          </p:cTn>
                        </p:par>
                        <p:par>
                          <p:cTn id="42" fill="hold">
                            <p:stCondLst>
                              <p:cond delay="2700"/>
                            </p:stCondLst>
                            <p:childTnLst>
                              <p:par>
                                <p:cTn id="43" presetID="2" presetClass="entr" presetSubtype="4" fill="hold" grpId="0" nodeType="after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p:cTn id="45" dur="800" fill="hold"/>
                                        <p:tgtEl>
                                          <p:spTgt spid="11"/>
                                        </p:tgtEl>
                                        <p:attrNameLst>
                                          <p:attrName>ppt_y</p:attrName>
                                        </p:attrNameLst>
                                      </p:cBhvr>
                                      <p:tavLst>
                                        <p:tav tm="0">
                                          <p:val>
                                            <p:strVal val="1+#ppt_h/2"/>
                                          </p:val>
                                        </p:tav>
                                        <p:tav tm="100000">
                                          <p:val>
                                            <p:strVal val="#ppt_y"/>
                                          </p:val>
                                        </p:tav>
                                      </p:tavLst>
                                    </p:anim>
                                    <p:animEffect transition="in" filter="fade">
                                      <p:cBhvr>
                                        <p:cTn id="46" dur="8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mc:AlternateContent xmlns:mc="http://schemas.openxmlformats.org/markup-compatibility/2006" xmlns:p14="http://schemas.microsoft.com/office/powerpoint/2010/main">
    <mc:Choice Requires="p14">
      <p:transition spd="slow" p14:dur="1500">
        <p:sndAc>
          <p:stSnd>
            <p:snd r:embed="rId2" name="whoosh"/>
          </p:stSnd>
        </p:sndAc>
        <p14:glitter/>
      </p:transition>
    </mc:Choice>
    <mc:Fallback>
      <p:transition spd="slow">
        <p:sndAc>
          <p:stSnd>
            <p:snd r:embed="rId2" name="whoosh"/>
          </p:stSnd>
        </p:sndAc>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pic>
        <p:nvPicPr>
          <p:cNvPr id="2" name="Picture 1" descr="scene_teamwork.jpg"/>
          <p:cNvPicPr>
            <a:picLocks noChangeAspect="1"/>
          </p:cNvPicPr>
          <p:nvPr/>
        </p:nvPicPr>
        <p:blipFill>
          <a:blip r:embed="rId2"/>
          <a:srcRect t="7811" b="7811"/>
          <a:stretch>
            <a:fillRect/>
          </a:stretch>
        </p:blipFill>
        <p:spPr>
          <a:xfrm>
            <a:off x="0" y="0"/>
            <a:ext cx="12191695" cy="6858000"/>
          </a:xfrm>
          <a:prstGeom prst="rect">
            <a:avLst/>
          </a:prstGeom>
        </p:spPr>
      </p:pic>
      <p:sp>
        <p:nvSpPr>
          <p:cNvPr id="3" name="Rounded Rectangle 2"/>
          <p:cNvSpPr/>
          <p:nvPr/>
        </p:nvSpPr>
        <p:spPr>
          <a:xfrm>
            <a:off x="685800" y="4983480"/>
            <a:ext cx="6949440" cy="1325880"/>
          </a:xfrm>
          <a:prstGeom prst="roundRect">
            <a:avLst>
              <a:gd name="adj" fmla="val 12000"/>
            </a:avLst>
          </a:prstGeom>
          <a:solidFill>
            <a:srgbClr val="0E2A47">
              <a:alpha val="78000"/>
            </a:srgbClr>
          </a:solidFill>
          <a:ln>
            <a:noFill/>
          </a:ln>
          <a:effectLst>
            <a:glow rad="90000">
              <a:srgbClr val="C9A227">
                <a:alpha val="50000"/>
              </a:srgbClr>
            </a:glow>
            <a:outerShdw blurRad="220000" dist="80000" dir="5400000" algn="t" rotWithShape="0">
              <a:srgbClr val="000000">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20040" rIns="320040"/>
          <a:lstStyle/>
          <a:p>
            <a:pPr algn="r" rtl="1">
              <a:lnSpc>
                <a:spcPct val="100000"/>
              </a:lnSpc>
              <a:spcAft>
                <a:spcPts val="0"/>
              </a:spcAft>
            </a:pPr>
            <a:r>
              <a:rPr sz="2200" b="0" lang="fa-IR">
                <a:solidFill>
                  <a:srgbClr val="FFFFFF"/>
                </a:solidFill>
                <a:latin typeface="Vazirmatn Black"/>
                <a:cs typeface="Vazirmatn Black"/>
              </a:rPr>
              <a:t>هر قانون، یک قطعه از پازل زندگی مشترک ماست.</a:t>
            </a:r>
          </a:p>
          <a:p>
            <a:pPr rtl="1" algn="r">
              <a:lnSpc>
                <a:spcPct val="100000"/>
              </a:lnSpc>
              <a:spcAft>
                <a:spcPts val="0"/>
              </a:spcAft>
            </a:pPr>
            <a:r>
              <a:rPr sz="1700" b="0" lang="fa-IR">
                <a:solidFill>
                  <a:srgbClr val="C9A227"/>
                </a:solidFill>
                <a:latin typeface="Vazirmatn"/>
                <a:cs typeface="Vazirmatn"/>
              </a:rPr>
              <a:t>با همکاری یکدیگر، تصویر کامل جامعه‌ای امن ساخته می‌شود.</a:t>
            </a:r>
          </a:p>
        </p:txBody>
      </p:sp>
      <p:sp>
        <p:nvSpPr>
          <p:cNvPr id="4" name="Donut 3"/>
          <p:cNvSpPr/>
          <p:nvPr/>
        </p:nvSpPr>
        <p:spPr>
          <a:xfrm>
            <a:off x="10469880" y="274320"/>
            <a:ext cx="1143000" cy="1143000"/>
          </a:xfrm>
          <a:prstGeom prst="donut">
            <a:avLst>
              <a:gd name="adj" fmla="val 14000"/>
            </a:avLst>
          </a:prstGeom>
          <a:solidFill>
            <a:srgbClr val="C9A227"/>
          </a:solidFill>
          <a:ln>
            <a:noFill/>
          </a:ln>
          <a:effectLst>
            <a:glow rad="110000">
              <a:srgbClr val="C9A227">
                <a:alpha val="55000"/>
              </a:srgbClr>
            </a:glow>
            <a:outerShdw blurRad="120000" dist="40000" dir="5400000" algn="t"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800" fill="hold"/>
                                        <p:tgtEl>
                                          <p:spTgt spid="2"/>
                                        </p:tgtEl>
                                        <p:attrNameLst>
                                          <p:attrName>ppt_w</p:attrName>
                                        </p:attrNameLst>
                                      </p:cBhvr>
                                      <p:tavLst>
                                        <p:tav tm="0">
                                          <p:val>
                                            <p:strVal val="0"/>
                                          </p:val>
                                        </p:tav>
                                        <p:tav tm="100000">
                                          <p:val>
                                            <p:strVal val="#ppt_w"/>
                                          </p:val>
                                        </p:tav>
                                      </p:tavLst>
                                    </p:anim>
                                    <p:anim calcmode="lin" valueType="num">
                                      <p:cBhvr>
                                        <p:cTn id="8" dur="800" fill="hold"/>
                                        <p:tgtEl>
                                          <p:spTgt spid="2"/>
                                        </p:tgtEl>
                                        <p:attrNameLst>
                                          <p:attrName>ppt_h</p:attrName>
                                        </p:attrNameLst>
                                      </p:cBhvr>
                                      <p:tavLst>
                                        <p:tav tm="0">
                                          <p:val>
                                            <p:strVal val="0"/>
                                          </p:val>
                                        </p:tav>
                                        <p:tav tm="100000">
                                          <p:val>
                                            <p:strVal val="#ppt_h"/>
                                          </p:val>
                                        </p:tav>
                                      </p:tavLst>
                                    </p:anim>
                                    <p:animEffect transition="in" filter="fade">
                                      <p:cBhvr>
                                        <p:cTn id="9" dur="8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800" fill="hold"/>
                                        <p:tgtEl>
                                          <p:spTgt spid="3"/>
                                        </p:tgtEl>
                                        <p:attrNameLst>
                                          <p:attrName>ppt_y</p:attrName>
                                        </p:attrNameLst>
                                      </p:cBhvr>
                                      <p:tavLst>
                                        <p:tav tm="0">
                                          <p:val>
                                            <p:strVal val="1+#ppt_h/2"/>
                                          </p:val>
                                        </p:tav>
                                        <p:tav tm="100000">
                                          <p:val>
                                            <p:strVal val="#ppt_y"/>
                                          </p:val>
                                        </p:tav>
                                      </p:tavLst>
                                    </p:anim>
                                    <p:animEffect transition="in" filter="fade">
                                      <p:cBhvr>
                                        <p:cTn id="15" dur="8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mc:AlternateContent xmlns:mc="http://schemas.openxmlformats.org/markup-compatibility/2006" xmlns:p14="http://schemas.microsoft.com/office/powerpoint/2010/main">
    <mc:Choice Requires="p14">
      <p:transition spd="slow" p14:dur="1500">
        <p:sndAc>
          <p:stSnd>
            <p:snd r:embed="rId3" name="chime"/>
          </p:stSnd>
        </p:sndAc>
        <p14:flythrough dir="in"/>
      </p:transition>
    </mc:Choice>
    <mc:Fallback>
      <p:transition spd="slow">
        <p:sndAc>
          <p:stSnd>
            <p:snd r:embed="rId3" name="chime"/>
          </p:stSnd>
        </p:sndAc>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pic>
        <p:nvPicPr>
          <p:cNvPr id="2" name="Picture 1" descr="scene_park.jpg"/>
          <p:cNvPicPr>
            <a:picLocks noChangeAspect="1"/>
          </p:cNvPicPr>
          <p:nvPr/>
        </p:nvPicPr>
        <p:blipFill>
          <a:blip r:embed="rId2"/>
          <a:srcRect l="23333" r="23333"/>
          <a:stretch>
            <a:fillRect/>
          </a:stretch>
        </p:blipFill>
        <p:spPr>
          <a:xfrm>
            <a:off x="0" y="0"/>
            <a:ext cx="5486400" cy="6858000"/>
          </a:xfrm>
          <a:prstGeom prst="rect">
            <a:avLst/>
          </a:prstGeom>
        </p:spPr>
      </p:pic>
      <p:sp>
        <p:nvSpPr>
          <p:cNvPr id="3" name="Rounded Rectangle 2"/>
          <p:cNvSpPr/>
          <p:nvPr/>
        </p:nvSpPr>
        <p:spPr>
          <a:xfrm>
            <a:off x="5852160" y="457200"/>
            <a:ext cx="5943600" cy="3520440"/>
          </a:xfrm>
          <a:prstGeom prst="roundRect">
            <a:avLst>
              <a:gd name="adj" fmla="val 5000"/>
            </a:avLst>
          </a:prstGeom>
          <a:solidFill>
            <a:srgbClr val="FFFFFF"/>
          </a:solidFill>
          <a:ln w="15875">
            <a:solidFill>
              <a:srgbClr val="E5DCC8"/>
            </a:solidFill>
          </a:ln>
          <a:effectLst>
            <a:outerShdw blurRad="220000" dist="70000" dir="5400000" algn="t"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r" rtl="1">
              <a:lnSpc>
                <a:spcPct val="100000"/>
              </a:lnSpc>
              <a:spcAft>
                <a:spcPts val="0"/>
              </a:spcAft>
            </a:pPr>
            <a:r>
              <a:rPr sz="1600" b="0" lang="fa-IR">
                <a:solidFill>
                  <a:srgbClr val="1F2937"/>
                </a:solidFill>
                <a:latin typeface="Vazirmatn"/>
                <a:cs typeface="Vazirmatn"/>
              </a:rPr>
              <a:t>ایجاد نظم و امنیت و جلوگیری از هرج و مرج به نفع همگان بوده و نشانه احترام به حقوق دیگران است. رعایت قوانین و مقررات در جامعه باعث می‌شود افراد در محیطی امن و آرام زندگی کنند و حقوق همه حفظ شود. همچنین، همکاری مردم با یکدیگر و احترام به قوانین، موجب برقراری نظم و افزایش امنیت اجتماعی می‌شود. در مقابل، عدم رعایت قوانین، علاوه بر برهم زدن نظم و امنیت جامعه، موجب پایمال شدن حقوق افراد و ایجاد مشکلات و اختلافات می‌شود. بنابراین، همه ما باید با رعایت قوانین و احترام به حقوق دیگران، در ایجاد جامعه‌ای منظم، امن و آرام تلاش کنیم.</a:t>
            </a:r>
          </a:p>
        </p:txBody>
      </p:sp>
      <p:sp>
        <p:nvSpPr>
          <p:cNvPr id="4" name="Rounded Rectangle 3"/>
          <p:cNvSpPr/>
          <p:nvPr/>
        </p:nvSpPr>
        <p:spPr>
          <a:xfrm>
            <a:off x="8869680" y="4206240"/>
            <a:ext cx="2926080" cy="594360"/>
          </a:xfrm>
          <a:prstGeom prst="roundRect">
            <a:avLst>
              <a:gd name="adj" fmla="val 50000"/>
            </a:avLst>
          </a:prstGeom>
          <a:gradFill rotWithShape="1">
            <a:gsLst>
              <a:gs pos="0">
                <a:srgbClr val="1E7B4B"/>
              </a:gs>
              <a:gs pos="100000">
                <a:srgbClr val="165C38"/>
              </a:gs>
            </a:gsLst>
            <a:lin scaled="0" ang="16200000"/>
          </a:gradFill>
          <a:ln>
            <a:noFill/>
          </a:ln>
          <a:effectLst>
            <a:outerShdw blurRad="160000" dist="55000" dir="5400000" algn="t" rotWithShape="0">
              <a:srgbClr val="000000">
                <a:alpha val="28000"/>
              </a:srgbClr>
            </a:outerShdw>
          </a:effectLst>
          <a:sp3d>
            <a:bevelT w="50800" h="38100"/>
          </a:sp3d>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rtl="1">
              <a:lnSpc>
                <a:spcPct val="100000"/>
              </a:lnSpc>
              <a:spcAft>
                <a:spcPts val="0"/>
              </a:spcAft>
            </a:pPr>
            <a:r>
              <a:rPr sz="1600" b="1" lang="fa-IR">
                <a:solidFill>
                  <a:srgbClr val="FFFFFF"/>
                </a:solidFill>
                <a:latin typeface="Vazirmatn"/>
                <a:cs typeface="Vazirmatn"/>
              </a:rPr>
              <a:t>نظم</a:t>
            </a:r>
          </a:p>
        </p:txBody>
      </p:sp>
      <p:sp>
        <p:nvSpPr>
          <p:cNvPr id="5" name="Rounded Rectangle 4"/>
          <p:cNvSpPr/>
          <p:nvPr/>
        </p:nvSpPr>
        <p:spPr>
          <a:xfrm>
            <a:off x="5852160" y="4206240"/>
            <a:ext cx="2926080" cy="594360"/>
          </a:xfrm>
          <a:prstGeom prst="roundRect">
            <a:avLst>
              <a:gd name="adj" fmla="val 50000"/>
            </a:avLst>
          </a:prstGeom>
          <a:gradFill rotWithShape="1">
            <a:gsLst>
              <a:gs pos="0">
                <a:srgbClr val="1F5FA8"/>
              </a:gs>
              <a:gs pos="100000">
                <a:srgbClr val="17477E"/>
              </a:gs>
            </a:gsLst>
            <a:lin scaled="0" ang="16200000"/>
          </a:gradFill>
          <a:ln>
            <a:noFill/>
          </a:ln>
          <a:effectLst>
            <a:outerShdw blurRad="160000" dist="55000" dir="5400000" algn="t" rotWithShape="0">
              <a:srgbClr val="000000">
                <a:alpha val="28000"/>
              </a:srgbClr>
            </a:outerShdw>
          </a:effectLst>
          <a:sp3d>
            <a:bevelT w="50800" h="38100"/>
          </a:sp3d>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rtl="1">
              <a:lnSpc>
                <a:spcPct val="100000"/>
              </a:lnSpc>
              <a:spcAft>
                <a:spcPts val="0"/>
              </a:spcAft>
            </a:pPr>
            <a:r>
              <a:rPr sz="1600" b="1" lang="fa-IR">
                <a:solidFill>
                  <a:srgbClr val="FFFFFF"/>
                </a:solidFill>
                <a:latin typeface="Vazirmatn"/>
                <a:cs typeface="Vazirmatn"/>
              </a:rPr>
              <a:t>امنیت</a:t>
            </a:r>
          </a:p>
        </p:txBody>
      </p:sp>
      <p:sp>
        <p:nvSpPr>
          <p:cNvPr id="6" name="Rounded Rectangle 5"/>
          <p:cNvSpPr/>
          <p:nvPr/>
        </p:nvSpPr>
        <p:spPr>
          <a:xfrm>
            <a:off x="8869680" y="4937759"/>
            <a:ext cx="2926080" cy="594360"/>
          </a:xfrm>
          <a:prstGeom prst="roundRect">
            <a:avLst>
              <a:gd name="adj" fmla="val 50000"/>
            </a:avLst>
          </a:prstGeom>
          <a:gradFill rotWithShape="1">
            <a:gsLst>
              <a:gs pos="0">
                <a:srgbClr val="D9822B"/>
              </a:gs>
              <a:gs pos="100000">
                <a:srgbClr val="A26120"/>
              </a:gs>
            </a:gsLst>
            <a:lin scaled="0" ang="16200000"/>
          </a:gradFill>
          <a:ln>
            <a:noFill/>
          </a:ln>
          <a:effectLst>
            <a:outerShdw blurRad="160000" dist="55000" dir="5400000" algn="t" rotWithShape="0">
              <a:srgbClr val="000000">
                <a:alpha val="28000"/>
              </a:srgbClr>
            </a:outerShdw>
          </a:effectLst>
          <a:sp3d>
            <a:bevelT w="50800" h="38100"/>
          </a:sp3d>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rtl="1">
              <a:lnSpc>
                <a:spcPct val="100000"/>
              </a:lnSpc>
              <a:spcAft>
                <a:spcPts val="0"/>
              </a:spcAft>
            </a:pPr>
            <a:r>
              <a:rPr sz="1600" b="1" lang="fa-IR">
                <a:solidFill>
                  <a:srgbClr val="FFFFFF"/>
                </a:solidFill>
                <a:latin typeface="Vazirmatn"/>
                <a:cs typeface="Vazirmatn"/>
              </a:rPr>
              <a:t>به احترام حقوق دیگران</a:t>
            </a:r>
          </a:p>
        </p:txBody>
      </p:sp>
      <p:sp>
        <p:nvSpPr>
          <p:cNvPr id="7" name="Rounded Rectangle 6"/>
          <p:cNvSpPr/>
          <p:nvPr/>
        </p:nvSpPr>
        <p:spPr>
          <a:xfrm>
            <a:off x="5852160" y="4937759"/>
            <a:ext cx="2926080" cy="594360"/>
          </a:xfrm>
          <a:prstGeom prst="roundRect">
            <a:avLst>
              <a:gd name="adj" fmla="val 50000"/>
            </a:avLst>
          </a:prstGeom>
          <a:gradFill rotWithShape="1">
            <a:gsLst>
              <a:gs pos="0">
                <a:srgbClr val="6D4C9F"/>
              </a:gs>
              <a:gs pos="100000">
                <a:srgbClr val="513977"/>
              </a:gs>
            </a:gsLst>
            <a:lin scaled="0" ang="16200000"/>
          </a:gradFill>
          <a:ln>
            <a:noFill/>
          </a:ln>
          <a:effectLst>
            <a:outerShdw blurRad="160000" dist="55000" dir="5400000" algn="t" rotWithShape="0">
              <a:srgbClr val="000000">
                <a:alpha val="28000"/>
              </a:srgbClr>
            </a:outerShdw>
          </a:effectLst>
          <a:sp3d>
            <a:bevelT w="50800" h="38100"/>
          </a:sp3d>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rtl="1">
              <a:lnSpc>
                <a:spcPct val="100000"/>
              </a:lnSpc>
              <a:spcAft>
                <a:spcPts val="0"/>
              </a:spcAft>
            </a:pPr>
            <a:r>
              <a:rPr sz="1600" b="1" lang="fa-IR">
                <a:solidFill>
                  <a:srgbClr val="FFFFFF"/>
                </a:solidFill>
                <a:latin typeface="Vazirmatn"/>
                <a:cs typeface="Vazirmatn"/>
              </a:rPr>
              <a:t>همکاری</a:t>
            </a:r>
          </a:p>
        </p:txBody>
      </p:sp>
      <p:sp>
        <p:nvSpPr>
          <p:cNvPr id="8" name="Rectangle 7"/>
          <p:cNvSpPr/>
          <p:nvPr/>
        </p:nvSpPr>
        <p:spPr>
          <a:xfrm>
            <a:off x="5852160" y="5760720"/>
            <a:ext cx="5943600" cy="685800"/>
          </a:xfrm>
          <a:prstGeom prst="rect">
            <a:avLst/>
          </a:prstGeom>
          <a:gradFill rotWithShape="1">
            <a:gsLst>
              <a:gs pos="0">
                <a:srgbClr val="E8CC6A"/>
              </a:gs>
              <a:gs pos="100000">
                <a:srgbClr val="B08A20"/>
              </a:gs>
            </a:gsLst>
            <a:lin scaled="0" ang="0"/>
          </a:gradFill>
          <a:ln>
            <a:noFill/>
          </a:ln>
          <a:effectLst>
            <a:glow rad="80000">
              <a:srgbClr val="C9A227">
                <a:alpha val="50000"/>
              </a:srgbClr>
            </a:glow>
            <a:outerShdw blurRad="180000" dist="600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rtl="1">
              <a:lnSpc>
                <a:spcPct val="100000"/>
              </a:lnSpc>
              <a:spcAft>
                <a:spcPts val="0"/>
              </a:spcAft>
            </a:pPr>
            <a:r>
              <a:rPr sz="1800" b="0" lang="fa-IR">
                <a:solidFill>
                  <a:srgbClr val="1F2937"/>
                </a:solidFill>
                <a:latin typeface="Vazirmatn Black"/>
                <a:cs typeface="Vazirmatn Black"/>
              </a:rPr>
              <a:t>با رعایت قانون، جامعه‌ای بهتر بسازیم.</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800" fill="hold"/>
                                        <p:tgtEl>
                                          <p:spTgt spid="2"/>
                                        </p:tgtEl>
                                        <p:attrNameLst>
                                          <p:attrName>ppt_w</p:attrName>
                                        </p:attrNameLst>
                                      </p:cBhvr>
                                      <p:tavLst>
                                        <p:tav tm="0">
                                          <p:val>
                                            <p:strVal val="0"/>
                                          </p:val>
                                        </p:tav>
                                        <p:tav tm="100000">
                                          <p:val>
                                            <p:strVal val="#ppt_w"/>
                                          </p:val>
                                        </p:tav>
                                      </p:tavLst>
                                    </p:anim>
                                    <p:anim calcmode="lin" valueType="num">
                                      <p:cBhvr>
                                        <p:cTn id="8" dur="800" fill="hold"/>
                                        <p:tgtEl>
                                          <p:spTgt spid="2"/>
                                        </p:tgtEl>
                                        <p:attrNameLst>
                                          <p:attrName>ppt_h</p:attrName>
                                        </p:attrNameLst>
                                      </p:cBhvr>
                                      <p:tavLst>
                                        <p:tav tm="0">
                                          <p:val>
                                            <p:strVal val="0"/>
                                          </p:val>
                                        </p:tav>
                                        <p:tav tm="100000">
                                          <p:val>
                                            <p:strVal val="#ppt_h"/>
                                          </p:val>
                                        </p:tav>
                                      </p:tavLst>
                                    </p:anim>
                                    <p:animEffect transition="in" filter="fade">
                                      <p:cBhvr>
                                        <p:cTn id="9" dur="800"/>
                                        <p:tgtEl>
                                          <p:spTgt spid="2"/>
                                        </p:tgtEl>
                                      </p:cBhvr>
                                    </p:animEffect>
                                  </p:childTnLst>
                                </p:cTn>
                              </p:par>
                            </p:childTnLst>
                          </p:cTn>
                        </p:par>
                        <p:par>
                          <p:cTn id="10" fill="hold">
                            <p:stCondLst>
                              <p:cond delay="400"/>
                            </p:stCondLst>
                            <p:childTnLst>
                              <p:par>
                                <p:cTn id="11" presetID="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800" fill="hold"/>
                                        <p:tgtEl>
                                          <p:spTgt spid="3"/>
                                        </p:tgtEl>
                                        <p:attrNameLst>
                                          <p:attrName>ppt_y</p:attrName>
                                        </p:attrNameLst>
                                      </p:cBhvr>
                                      <p:tavLst>
                                        <p:tav tm="0">
                                          <p:val>
                                            <p:strVal val="1+#ppt_h/2"/>
                                          </p:val>
                                        </p:tav>
                                        <p:tav tm="100000">
                                          <p:val>
                                            <p:strVal val="#ppt_y"/>
                                          </p:val>
                                        </p:tav>
                                      </p:tavLst>
                                    </p:anim>
                                    <p:animEffect transition="in" filter="fade">
                                      <p:cBhvr>
                                        <p:cTn id="14" dur="800"/>
                                        <p:tgtEl>
                                          <p:spTgt spid="3"/>
                                        </p:tgtEl>
                                      </p:cBhvr>
                                    </p:animEffect>
                                  </p:childTnLst>
                                </p:cTn>
                              </p:par>
                            </p:childTnLst>
                          </p:cTn>
                        </p:par>
                        <p:par>
                          <p:cTn id="15" fill="hold">
                            <p:stCondLst>
                              <p:cond delay="1300"/>
                            </p:stCondLst>
                            <p:childTnLst>
                              <p:par>
                                <p:cTn id="16" presetID="2" presetClass="entr" presetSubtype="4"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800" fill="hold"/>
                                        <p:tgtEl>
                                          <p:spTgt spid="4"/>
                                        </p:tgtEl>
                                        <p:attrNameLst>
                                          <p:attrName>ppt_y</p:attrName>
                                        </p:attrNameLst>
                                      </p:cBhvr>
                                      <p:tavLst>
                                        <p:tav tm="0">
                                          <p:val>
                                            <p:strVal val="1+#ppt_h/2"/>
                                          </p:val>
                                        </p:tav>
                                        <p:tav tm="100000">
                                          <p:val>
                                            <p:strVal val="#ppt_y"/>
                                          </p:val>
                                        </p:tav>
                                      </p:tavLst>
                                    </p:anim>
                                    <p:animEffect transition="in" filter="fade">
                                      <p:cBhvr>
                                        <p:cTn id="19" dur="800"/>
                                        <p:tgtEl>
                                          <p:spTgt spid="4"/>
                                        </p:tgtEl>
                                      </p:cBhvr>
                                    </p:animEffect>
                                  </p:childTnLst>
                                </p:cTn>
                              </p:par>
                            </p:childTnLst>
                          </p:cTn>
                        </p:par>
                        <p:par>
                          <p:cTn id="20" fill="hold">
                            <p:stCondLst>
                              <p:cond delay="1600"/>
                            </p:stCondLst>
                            <p:childTnLst>
                              <p:par>
                                <p:cTn id="21" presetID="53" presetClass="entr" presetSubtype="16"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800" fill="hold"/>
                                        <p:tgtEl>
                                          <p:spTgt spid="5"/>
                                        </p:tgtEl>
                                        <p:attrNameLst>
                                          <p:attrName>ppt_w</p:attrName>
                                        </p:attrNameLst>
                                      </p:cBhvr>
                                      <p:tavLst>
                                        <p:tav tm="0">
                                          <p:val>
                                            <p:strVal val="0"/>
                                          </p:val>
                                        </p:tav>
                                        <p:tav tm="100000">
                                          <p:val>
                                            <p:strVal val="#ppt_w"/>
                                          </p:val>
                                        </p:tav>
                                      </p:tavLst>
                                    </p:anim>
                                    <p:anim calcmode="lin" valueType="num">
                                      <p:cBhvr>
                                        <p:cTn id="24" dur="800" fill="hold"/>
                                        <p:tgtEl>
                                          <p:spTgt spid="5"/>
                                        </p:tgtEl>
                                        <p:attrNameLst>
                                          <p:attrName>ppt_h</p:attrName>
                                        </p:attrNameLst>
                                      </p:cBhvr>
                                      <p:tavLst>
                                        <p:tav tm="0">
                                          <p:val>
                                            <p:strVal val="0"/>
                                          </p:val>
                                        </p:tav>
                                        <p:tav tm="100000">
                                          <p:val>
                                            <p:strVal val="#ppt_h"/>
                                          </p:val>
                                        </p:tav>
                                      </p:tavLst>
                                    </p:anim>
                                    <p:animEffect transition="in" filter="fade">
                                      <p:cBhvr>
                                        <p:cTn id="25" dur="800"/>
                                        <p:tgtEl>
                                          <p:spTgt spid="5"/>
                                        </p:tgtEl>
                                      </p:cBhvr>
                                    </p:animEffect>
                                  </p:childTnLst>
                                </p:cTn>
                              </p:par>
                            </p:childTnLst>
                          </p:cTn>
                        </p:par>
                        <p:par>
                          <p:cTn id="26" fill="hold">
                            <p:stCondLst>
                              <p:cond delay="1900"/>
                            </p:stCondLst>
                            <p:childTnLst>
                              <p:par>
                                <p:cTn id="27" presetID="2" presetClass="entr" presetSubtype="4"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800" fill="hold"/>
                                        <p:tgtEl>
                                          <p:spTgt spid="6"/>
                                        </p:tgtEl>
                                        <p:attrNameLst>
                                          <p:attrName>ppt_y</p:attrName>
                                        </p:attrNameLst>
                                      </p:cBhvr>
                                      <p:tavLst>
                                        <p:tav tm="0">
                                          <p:val>
                                            <p:strVal val="1+#ppt_h/2"/>
                                          </p:val>
                                        </p:tav>
                                        <p:tav tm="100000">
                                          <p:val>
                                            <p:strVal val="#ppt_y"/>
                                          </p:val>
                                        </p:tav>
                                      </p:tavLst>
                                    </p:anim>
                                    <p:animEffect transition="in" filter="fade">
                                      <p:cBhvr>
                                        <p:cTn id="30" dur="800"/>
                                        <p:tgtEl>
                                          <p:spTgt spid="6"/>
                                        </p:tgtEl>
                                      </p:cBhvr>
                                    </p:animEffect>
                                  </p:childTnLst>
                                </p:cTn>
                              </p:par>
                            </p:childTnLst>
                          </p:cTn>
                        </p:par>
                        <p:par>
                          <p:cTn id="31" fill="hold">
                            <p:stCondLst>
                              <p:cond delay="2200"/>
                            </p:stCondLst>
                            <p:childTnLst>
                              <p:par>
                                <p:cTn id="32" presetID="53" presetClass="entr" presetSubtype="16" fill="hold" grpId="0" nodeType="after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p:cTn id="34" dur="800" fill="hold"/>
                                        <p:tgtEl>
                                          <p:spTgt spid="7"/>
                                        </p:tgtEl>
                                        <p:attrNameLst>
                                          <p:attrName>ppt_w</p:attrName>
                                        </p:attrNameLst>
                                      </p:cBhvr>
                                      <p:tavLst>
                                        <p:tav tm="0">
                                          <p:val>
                                            <p:strVal val="0"/>
                                          </p:val>
                                        </p:tav>
                                        <p:tav tm="100000">
                                          <p:val>
                                            <p:strVal val="#ppt_w"/>
                                          </p:val>
                                        </p:tav>
                                      </p:tavLst>
                                    </p:anim>
                                    <p:anim calcmode="lin" valueType="num">
                                      <p:cBhvr>
                                        <p:cTn id="35" dur="800" fill="hold"/>
                                        <p:tgtEl>
                                          <p:spTgt spid="7"/>
                                        </p:tgtEl>
                                        <p:attrNameLst>
                                          <p:attrName>ppt_h</p:attrName>
                                        </p:attrNameLst>
                                      </p:cBhvr>
                                      <p:tavLst>
                                        <p:tav tm="0">
                                          <p:val>
                                            <p:strVal val="0"/>
                                          </p:val>
                                        </p:tav>
                                        <p:tav tm="100000">
                                          <p:val>
                                            <p:strVal val="#ppt_h"/>
                                          </p:val>
                                        </p:tav>
                                      </p:tavLst>
                                    </p:anim>
                                    <p:animEffect transition="in" filter="fade">
                                      <p:cBhvr>
                                        <p:cTn id="36" dur="8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p:cTn id="41" dur="800" fill="hold"/>
                                        <p:tgtEl>
                                          <p:spTgt spid="8"/>
                                        </p:tgtEl>
                                        <p:attrNameLst>
                                          <p:attrName>ppt_w</p:attrName>
                                        </p:attrNameLst>
                                      </p:cBhvr>
                                      <p:tavLst>
                                        <p:tav tm="0">
                                          <p:val>
                                            <p:strVal val="0"/>
                                          </p:val>
                                        </p:tav>
                                        <p:tav tm="100000">
                                          <p:val>
                                            <p:strVal val="#ppt_w"/>
                                          </p:val>
                                        </p:tav>
                                      </p:tavLst>
                                    </p:anim>
                                    <p:anim calcmode="lin" valueType="num">
                                      <p:cBhvr>
                                        <p:cTn id="42" dur="800" fill="hold"/>
                                        <p:tgtEl>
                                          <p:spTgt spid="8"/>
                                        </p:tgtEl>
                                        <p:attrNameLst>
                                          <p:attrName>ppt_h</p:attrName>
                                        </p:attrNameLst>
                                      </p:cBhvr>
                                      <p:tavLst>
                                        <p:tav tm="0">
                                          <p:val>
                                            <p:strVal val="0"/>
                                          </p:val>
                                        </p:tav>
                                        <p:tav tm="100000">
                                          <p:val>
                                            <p:strVal val="#ppt_h"/>
                                          </p:val>
                                        </p:tav>
                                      </p:tavLst>
                                    </p:anim>
                                    <p:animEffect transition="in" filter="fade">
                                      <p:cBhvr>
                                        <p:cTn id="43" dur="800"/>
                                        <p:tgtEl>
                                          <p:spTgt spid="8"/>
                                        </p:tgtEl>
                                      </p:cBhvr>
                                    </p:animEffect>
                                  </p:childTnLst>
                                </p:cTn>
                              </p:par>
                            </p:childTnLst>
                          </p:cTn>
                        </p:par>
                        <p:par>
                          <p:cTn id="44" fill="hold">
                            <p:stCondLst>
                              <p:cond delay="900"/>
                            </p:stCondLst>
                            <p:childTnLst>
                              <p:par>
                                <p:cTn id="45" presetID="26" presetClass="emph" presetSubtype="0" fill="hold" grpId="0" nodeType="afterEffect">
                                  <p:stCondLst>
                                    <p:cond delay="0"/>
                                  </p:stCondLst>
                                  <p:childTnLst>
                                    <p:animScale>
                                      <p:cBhvr>
                                        <p:cTn id="46" dur="450" autoRev="1" fill="hold"/>
                                        <p:tgtEl>
                                          <p:spTgt spid="8"/>
                                        </p:tgtEl>
                                      </p:cBhvr>
                                      <p:by x="106000" y="106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8" grpId="0" animBg="1"/>
    </p:bldLst>
  </p:timing>
  <p:transition spd="med">
    <p:sndAc>
      <p:stSnd>
        <p:snd r:embed="rId3" name="whoosh"/>
      </p:stSnd>
    </p:sndAc>
    <p:split orient="vert" dir="out"/>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6" name="Oval 5"/>
          <p:cNvSpPr/>
          <p:nvPr/>
        </p:nvSpPr>
        <p:spPr>
          <a:xfrm>
            <a:off x="10972800" y="5212080"/>
            <a:ext cx="2377440" cy="2377440"/>
          </a:xfrm>
          <a:prstGeom prst="ellipse">
            <a:avLst/>
          </a:prstGeom>
          <a:solidFill>
            <a:srgbClr val="C9A227">
              <a:alpha val="20000"/>
            </a:srgbClr>
          </a:solidFill>
          <a:ln>
            <a:noFill/>
          </a:ln>
          <a:effectLst>
            <a:softEdge rad="8000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Picture 1" descr="scene_handshake.jpg"/>
          <p:cNvPicPr>
            <a:picLocks noChangeAspect="1"/>
          </p:cNvPicPr>
          <p:nvPr/>
        </p:nvPicPr>
        <p:blipFill>
          <a:blip r:embed="rId2"/>
          <a:srcRect l="23333" r="23333"/>
          <a:stretch>
            <a:fillRect/>
          </a:stretch>
        </p:blipFill>
        <p:spPr>
          <a:xfrm>
            <a:off x="0" y="0"/>
            <a:ext cx="5486400" cy="6858000"/>
          </a:xfrm>
          <a:prstGeom prst="rect">
            <a:avLst/>
          </a:prstGeom>
        </p:spPr>
      </p:pic>
      <p:sp>
        <p:nvSpPr>
          <p:cNvPr id="3" name="TextBox 2"/>
          <p:cNvSpPr txBox="1"/>
          <p:nvPr/>
        </p:nvSpPr>
        <p:spPr>
          <a:xfrm>
            <a:off x="5943600" y="411480"/>
            <a:ext cx="5852160" cy="914400"/>
          </a:xfrm>
          <a:prstGeom prst="rect">
            <a:avLst/>
          </a:prstGeom>
          <a:noFill/>
        </p:spPr>
        <p:txBody>
          <a:bodyPr wrap="square" anchor="ctr" lIns="164592" rIns="164592">
            <a:spAutoFit/>
          </a:bodyPr>
          <a:lstStyle/>
          <a:p>
            <a:pPr rtl="1" algn="r">
              <a:lnSpc>
                <a:spcPct val="100000"/>
              </a:lnSpc>
              <a:spcAft>
                <a:spcPts val="0"/>
              </a:spcAft>
            </a:pPr>
            <a:r>
              <a:rPr sz="3600" b="0" lang="fa-IR">
                <a:solidFill>
                  <a:srgbClr val="0E2A47"/>
                </a:solidFill>
                <a:latin typeface="Vazirmatn Black"/>
                <a:cs typeface="Vazirmatn Black"/>
              </a:rPr>
              <a:t>آیا می‌دانید؟</a:t>
            </a:r>
          </a:p>
        </p:txBody>
      </p:sp>
      <p:sp>
        <p:nvSpPr>
          <p:cNvPr id="4" name="Rounded Rectangle 3"/>
          <p:cNvSpPr/>
          <p:nvPr/>
        </p:nvSpPr>
        <p:spPr>
          <a:xfrm>
            <a:off x="5943600" y="1463040"/>
            <a:ext cx="5852160" cy="4023360"/>
          </a:xfrm>
          <a:prstGeom prst="roundRect">
            <a:avLst>
              <a:gd name="adj" fmla="val 5000"/>
            </a:avLst>
          </a:prstGeom>
          <a:solidFill>
            <a:srgbClr val="FFFFFF"/>
          </a:solidFill>
          <a:ln w="15875">
            <a:solidFill>
              <a:srgbClr val="E5DCC8"/>
            </a:solidFill>
          </a:ln>
          <a:effectLst>
            <a:outerShdw blurRad="220000" dist="70000" dir="5400000" algn="t"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20040" rIns="320040"/>
          <a:lstStyle/>
          <a:p>
            <a:pPr algn="r" rtl="1">
              <a:lnSpc>
                <a:spcPct val="100000"/>
              </a:lnSpc>
              <a:spcAft>
                <a:spcPts val="1000"/>
              </a:spcAft>
            </a:pPr>
            <a:r>
              <a:rPr sz="1800" b="0" lang="fa-IR">
                <a:solidFill>
                  <a:srgbClr val="1F2937"/>
                </a:solidFill>
                <a:latin typeface="Vazirmatn"/>
                <a:cs typeface="Vazirmatn"/>
              </a:rPr>
              <a:t>حتماً می‌دانید که در مفهوم حقوق و اخلاق در مواردی با هم متفاوت هستند. اخلاق به ما می‌آموزد که چه رفتاری درست یا نادرست است. حتی اگر قانونی درباره آن وجود نداشته باشد، مثلاً کمک کردن به پیری برای عبور از خیابان، در حالی که قانون ما را به این ملزم نکرده است.</a:t>
            </a:r>
          </a:p>
          <a:p>
            <a:pPr rtl="1" algn="r">
              <a:lnSpc>
                <a:spcPct val="100000"/>
              </a:lnSpc>
              <a:spcAft>
                <a:spcPts val="1000"/>
              </a:spcAft>
            </a:pPr>
            <a:r>
              <a:rPr sz="1800" b="0" lang="fa-IR">
                <a:solidFill>
                  <a:srgbClr val="1F2937"/>
                </a:solidFill>
                <a:latin typeface="Vazirmatn"/>
                <a:cs typeface="Vazirmatn"/>
              </a:rPr>
              <a:t>حقوق‌ها اما مجموعه‌ای از قوانینی است که برای برقراری نظم جامعه وضع شده است. اما همیشه و لزوماً با اصول اخلاقی یکسان نیست.</a:t>
            </a:r>
          </a:p>
        </p:txBody>
      </p:sp>
      <p:sp>
        <p:nvSpPr>
          <p:cNvPr id="5" name="Rectangle 4"/>
          <p:cNvSpPr/>
          <p:nvPr/>
        </p:nvSpPr>
        <p:spPr>
          <a:xfrm>
            <a:off x="5943600" y="5760720"/>
            <a:ext cx="5852160" cy="685800"/>
          </a:xfrm>
          <a:prstGeom prst="rect">
            <a:avLst/>
          </a:prstGeom>
          <a:gradFill rotWithShape="1">
            <a:gsLst>
              <a:gs pos="0">
                <a:srgbClr val="E8CC6A"/>
              </a:gs>
              <a:gs pos="100000">
                <a:srgbClr val="B08A20"/>
              </a:gs>
            </a:gsLst>
            <a:lin scaled="0" ang="0"/>
          </a:gradFill>
          <a:ln>
            <a:noFill/>
          </a:ln>
          <a:effectLst>
            <a:glow rad="80000">
              <a:srgbClr val="C9A227">
                <a:alpha val="50000"/>
              </a:srgbClr>
            </a:glow>
            <a:outerShdw blurRad="180000" dist="600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rtl="1">
              <a:lnSpc>
                <a:spcPct val="100000"/>
              </a:lnSpc>
              <a:spcAft>
                <a:spcPts val="0"/>
              </a:spcAft>
            </a:pPr>
            <a:r>
              <a:rPr sz="1800" b="0" lang="fa-IR">
                <a:solidFill>
                  <a:srgbClr val="1F2937"/>
                </a:solidFill>
                <a:latin typeface="Vazirmatn Black"/>
                <a:cs typeface="Vazirmatn Black"/>
              </a:rPr>
              <a:t>با رعایت قانون، جامعه‌ای بهتر بسازیم.</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800" fill="hold"/>
                                        <p:tgtEl>
                                          <p:spTgt spid="2"/>
                                        </p:tgtEl>
                                        <p:attrNameLst>
                                          <p:attrName>ppt_w</p:attrName>
                                        </p:attrNameLst>
                                      </p:cBhvr>
                                      <p:tavLst>
                                        <p:tav tm="0">
                                          <p:val>
                                            <p:strVal val="0"/>
                                          </p:val>
                                        </p:tav>
                                        <p:tav tm="100000">
                                          <p:val>
                                            <p:strVal val="#ppt_w"/>
                                          </p:val>
                                        </p:tav>
                                      </p:tavLst>
                                    </p:anim>
                                    <p:anim calcmode="lin" valueType="num">
                                      <p:cBhvr>
                                        <p:cTn id="8" dur="800" fill="hold"/>
                                        <p:tgtEl>
                                          <p:spTgt spid="2"/>
                                        </p:tgtEl>
                                        <p:attrNameLst>
                                          <p:attrName>ppt_h</p:attrName>
                                        </p:attrNameLst>
                                      </p:cBhvr>
                                      <p:tavLst>
                                        <p:tav tm="0">
                                          <p:val>
                                            <p:strVal val="0"/>
                                          </p:val>
                                        </p:tav>
                                        <p:tav tm="100000">
                                          <p:val>
                                            <p:strVal val="#ppt_h"/>
                                          </p:val>
                                        </p:tav>
                                      </p:tavLst>
                                    </p:anim>
                                    <p:animEffect transition="in" filter="fade">
                                      <p:cBhvr>
                                        <p:cTn id="9" dur="800"/>
                                        <p:tgtEl>
                                          <p:spTgt spid="2"/>
                                        </p:tgtEl>
                                      </p:cBhvr>
                                    </p:animEffect>
                                  </p:childTnLst>
                                </p:cTn>
                              </p:par>
                            </p:childTnLst>
                          </p:cTn>
                        </p:par>
                        <p:par>
                          <p:cTn id="10" fill="hold">
                            <p:stCondLst>
                              <p:cond delay="300"/>
                            </p:stCondLst>
                            <p:childTnLst>
                              <p:par>
                                <p:cTn id="11" presetID="22" presetClass="entr" presetSubtype="8"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7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700"/>
                                        <p:tgtEl>
                                          <p:spTgt spid="4"/>
                                        </p:tgtEl>
                                      </p:cBhvr>
                                    </p:animEffect>
                                  </p:childTnLst>
                                </p:cTn>
                              </p:par>
                            </p:childTnLst>
                          </p:cTn>
                        </p:par>
                        <p:par>
                          <p:cTn id="19" fill="hold">
                            <p:stCondLst>
                              <p:cond delay="500"/>
                            </p:stCondLst>
                            <p:childTnLst>
                              <p:par>
                                <p:cTn id="20" presetID="2" presetClass="entr" presetSubtype="4"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800" fill="hold"/>
                                        <p:tgtEl>
                                          <p:spTgt spid="5"/>
                                        </p:tgtEl>
                                        <p:attrNameLst>
                                          <p:attrName>ppt_y</p:attrName>
                                        </p:attrNameLst>
                                      </p:cBhvr>
                                      <p:tavLst>
                                        <p:tav tm="0">
                                          <p:val>
                                            <p:strVal val="1+#ppt_h/2"/>
                                          </p:val>
                                        </p:tav>
                                        <p:tav tm="100000">
                                          <p:val>
                                            <p:strVal val="#ppt_y"/>
                                          </p:val>
                                        </p:tav>
                                      </p:tavLst>
                                    </p:anim>
                                    <p:animEffect transition="in" filter="fade">
                                      <p:cBhvr>
                                        <p:cTn id="23" dur="8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transition spd="med">
    <p:sndAc>
      <p:stSnd>
        <p:snd r:embed="rId3" name="whoosh"/>
      </p:stSnd>
    </p:sndAc>
    <p:wipe dir="r"/>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ctr" lIns="164592" rIns="164592">
            <a:spAutoFit/>
          </a:bodyPr>
          <a:lstStyle/>
          <a:p>
            <a:pPr rtl="1" algn="r">
              <a:lnSpc>
                <a:spcPct val="100000"/>
              </a:lnSpc>
              <a:spcAft>
                <a:spcPts val="0"/>
              </a:spcAft>
            </a:pPr>
            <a:r>
              <a:rPr sz="3400" b="0" lang="fa-IR">
                <a:solidFill>
                  <a:srgbClr val="0E2A47"/>
                </a:solidFill>
                <a:latin typeface="Vazirmatn Black"/>
                <a:cs typeface="Vazirmatn Black"/>
              </a:rPr>
              <a:t>قانون و اخلاق؛ دو مفهوم نزدیک، اما متفاوت</a:t>
            </a:r>
          </a:p>
        </p:txBody>
      </p:sp>
      <p:sp>
        <p:nvSpPr>
          <p:cNvPr id="3" name="Rectangle 2"/>
          <p:cNvSpPr/>
          <p:nvPr/>
        </p:nvSpPr>
        <p:spPr>
          <a:xfrm>
            <a:off x="9966960" y="1216152"/>
            <a:ext cx="1645920" cy="6400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309360" y="1645920"/>
            <a:ext cx="5212080" cy="3749039"/>
          </a:xfrm>
          <a:prstGeom prst="roundRect">
            <a:avLst>
              <a:gd name="adj" fmla="val 6000"/>
            </a:avLst>
          </a:prstGeom>
          <a:solidFill>
            <a:srgbClr val="FFFFFF"/>
          </a:solidFill>
          <a:ln w="15875">
            <a:solidFill>
              <a:srgbClr val="E5DCC8"/>
            </a:solidFill>
          </a:ln>
          <a:effectLst>
            <a:outerShdw blurRad="220000" dist="70000" dir="5400000" algn="t"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r" rtl="1">
              <a:lnSpc>
                <a:spcPct val="100000"/>
              </a:lnSpc>
              <a:spcAft>
                <a:spcPts val="1200"/>
              </a:spcAft>
            </a:pPr>
            <a:r>
              <a:rPr sz="2400" b="0" lang="fa-IR">
                <a:solidFill>
                  <a:srgbClr val="1F5FA8"/>
                </a:solidFill>
                <a:latin typeface="Vazirmatn Black"/>
                <a:cs typeface="Vazirmatn Black"/>
              </a:rPr>
              <a:t>قانون</a:t>
            </a:r>
          </a:p>
          <a:p>
            <a:pPr rtl="1" algn="r">
              <a:lnSpc>
                <a:spcPct val="100000"/>
              </a:lnSpc>
              <a:spcAft>
                <a:spcPts val="1200"/>
              </a:spcAft>
            </a:pPr>
            <a:r>
              <a:rPr sz="1700" b="0" lang="fa-IR">
                <a:solidFill>
                  <a:srgbClr val="1F2937"/>
                </a:solidFill>
                <a:latin typeface="Vazirmatn"/>
                <a:cs typeface="Vazirmatn"/>
              </a:rPr>
              <a:t>مجموعه‌ای از قواعد رسمی که برای برقراری نظم در جامعه تدوین و اجرا می‌شود. تخلف از قانون معمولاً پیامد رسمی دارد، مثل جریمه یا پیگرد قانونی.</a:t>
            </a:r>
          </a:p>
          <a:p>
            <a:pPr rtl="1" algn="r">
              <a:lnSpc>
                <a:spcPct val="100000"/>
              </a:lnSpc>
              <a:spcAft>
                <a:spcPts val="1200"/>
              </a:spcAft>
            </a:pPr>
            <a:r>
              <a:rPr sz="1700" b="1" lang="fa-IR">
                <a:solidFill>
                  <a:srgbClr val="1F5FA8"/>
                </a:solidFill>
                <a:latin typeface="Vazirmatn"/>
                <a:cs typeface="Vazirmatn"/>
              </a:rPr>
              <a:t>مثال: رعایت چراغ راهنمایی و رانندگی و نوبت‌گیری در ادارات.</a:t>
            </a:r>
          </a:p>
        </p:txBody>
      </p:sp>
      <p:sp>
        <p:nvSpPr>
          <p:cNvPr id="5" name="Rounded Rectangle 4"/>
          <p:cNvSpPr/>
          <p:nvPr/>
        </p:nvSpPr>
        <p:spPr>
          <a:xfrm>
            <a:off x="685800" y="1645920"/>
            <a:ext cx="5212080" cy="3749039"/>
          </a:xfrm>
          <a:prstGeom prst="roundRect">
            <a:avLst>
              <a:gd name="adj" fmla="val 6000"/>
            </a:avLst>
          </a:prstGeom>
          <a:solidFill>
            <a:srgbClr val="FFFFFF"/>
          </a:solidFill>
          <a:ln w="15875">
            <a:solidFill>
              <a:srgbClr val="E5DCC8"/>
            </a:solidFill>
          </a:ln>
          <a:effectLst>
            <a:outerShdw blurRad="220000" dist="70000" dir="5400000" algn="t"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r" rtl="1">
              <a:lnSpc>
                <a:spcPct val="100000"/>
              </a:lnSpc>
              <a:spcAft>
                <a:spcPts val="1200"/>
              </a:spcAft>
            </a:pPr>
            <a:r>
              <a:rPr sz="2400" b="0" lang="fa-IR">
                <a:solidFill>
                  <a:srgbClr val="1E7B4B"/>
                </a:solidFill>
                <a:latin typeface="Vazirmatn Black"/>
                <a:cs typeface="Vazirmatn Black"/>
              </a:rPr>
              <a:t>اخلاق</a:t>
            </a:r>
          </a:p>
          <a:p>
            <a:pPr rtl="1" algn="r">
              <a:lnSpc>
                <a:spcPct val="100000"/>
              </a:lnSpc>
              <a:spcAft>
                <a:spcPts val="1200"/>
              </a:spcAft>
            </a:pPr>
            <a:r>
              <a:rPr sz="1500" b="0" lang="fa-IR">
                <a:solidFill>
                  <a:srgbClr val="1F2937"/>
                </a:solidFill>
                <a:latin typeface="Vazirmatn"/>
                <a:cs typeface="Vazirmatn"/>
              </a:rPr>
              <a:t>مجموعه‌ای از اصول درونی که به ما می‌آموزد چه رفتاری درست و چه رفتاری نادرست است. بسیاری از کارهای اخلاقی اجباری نیستند، اما از انسان‌های خوب انتظار می‌رود.</a:t>
            </a:r>
          </a:p>
          <a:p>
            <a:pPr rtl="1" algn="r">
              <a:lnSpc>
                <a:spcPct val="100000"/>
              </a:lnSpc>
              <a:spcAft>
                <a:spcPts val="1200"/>
              </a:spcAft>
            </a:pPr>
            <a:r>
              <a:rPr sz="1700" b="1" lang="fa-IR">
                <a:solidFill>
                  <a:srgbClr val="1E7B4B"/>
                </a:solidFill>
                <a:latin typeface="Vazirmatn"/>
                <a:cs typeface="Vazirmatn"/>
              </a:rPr>
              <a:t>مثال: راستگویی، کمک به دیگران و احترام به بزرگ‌ترها.</a:t>
            </a:r>
          </a:p>
        </p:txBody>
      </p:sp>
      <p:sp>
        <p:nvSpPr>
          <p:cNvPr id="6" name="Rectangle 5"/>
          <p:cNvSpPr/>
          <p:nvPr/>
        </p:nvSpPr>
        <p:spPr>
          <a:xfrm>
            <a:off x="685800" y="5669280"/>
            <a:ext cx="10835640" cy="777240"/>
          </a:xfrm>
          <a:prstGeom prst="rect">
            <a:avLst/>
          </a:prstGeom>
          <a:gradFill rotWithShape="1">
            <a:gsLst>
              <a:gs pos="0">
                <a:srgbClr val="1B3F66"/>
              </a:gs>
              <a:gs pos="100000">
                <a:srgbClr val="0E2A47"/>
              </a:gs>
            </a:gsLst>
            <a:lin scaled="0" ang="0"/>
          </a:gradFill>
          <a:ln>
            <a:noFill/>
          </a:ln>
          <a:effectLst>
            <a:glow rad="70000">
              <a:srgbClr val="C9A227">
                <a:alpha val="45000"/>
              </a:srgbClr>
            </a:glow>
            <a:outerShdw blurRad="200000" dist="700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rtl="1">
              <a:lnSpc>
                <a:spcPct val="100000"/>
              </a:lnSpc>
              <a:spcAft>
                <a:spcPts val="0"/>
              </a:spcAft>
            </a:pPr>
            <a:r>
              <a:rPr sz="1800" b="0" lang="fa-IR">
                <a:solidFill>
                  <a:srgbClr val="FFFFFF"/>
                </a:solidFill>
                <a:latin typeface="Vazirmatn Black"/>
                <a:cs typeface="Vazirmatn Black"/>
              </a:rPr>
              <a:t>قانون حداقل‌ها را تضمین می‌کند؛ اخلاق، مسیر رفتار ما را روشن می‌کند.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800" fill="hold"/>
                                        <p:tgtEl>
                                          <p:spTgt spid="4"/>
                                        </p:tgtEl>
                                        <p:attrNameLst>
                                          <p:attrName>ppt_y</p:attrName>
                                        </p:attrNameLst>
                                      </p:cBhvr>
                                      <p:tavLst>
                                        <p:tav tm="0">
                                          <p:val>
                                            <p:strVal val="1+#ppt_h/2"/>
                                          </p:val>
                                        </p:tav>
                                        <p:tav tm="100000">
                                          <p:val>
                                            <p:strVal val="#ppt_y"/>
                                          </p:val>
                                        </p:tav>
                                      </p:tavLst>
                                    </p:anim>
                                    <p:animEffect transition="in" filter="fade">
                                      <p:cBhvr>
                                        <p:cTn id="8" dur="800"/>
                                        <p:tgtEl>
                                          <p:spTgt spid="4"/>
                                        </p:tgtEl>
                                      </p:cBhvr>
                                    </p:animEffect>
                                  </p:childTnLst>
                                </p:cTn>
                              </p:par>
                            </p:childTnLst>
                          </p:cTn>
                        </p:par>
                        <p:par>
                          <p:cTn id="9" fill="hold">
                            <p:stCondLst>
                              <p:cond delay="30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800" fill="hold"/>
                                        <p:tgtEl>
                                          <p:spTgt spid="5"/>
                                        </p:tgtEl>
                                        <p:attrNameLst>
                                          <p:attrName>ppt_y</p:attrName>
                                        </p:attrNameLst>
                                      </p:cBhvr>
                                      <p:tavLst>
                                        <p:tav tm="0">
                                          <p:val>
                                            <p:strVal val="1+#ppt_h/2"/>
                                          </p:val>
                                        </p:tav>
                                        <p:tav tm="100000">
                                          <p:val>
                                            <p:strVal val="#ppt_y"/>
                                          </p:val>
                                        </p:tav>
                                      </p:tavLst>
                                    </p:anim>
                                    <p:animEffect transition="in" filter="fade">
                                      <p:cBhvr>
                                        <p:cTn id="13" dur="800"/>
                                        <p:tgtEl>
                                          <p:spTgt spid="5"/>
                                        </p:tgtEl>
                                      </p:cBhvr>
                                    </p:animEffect>
                                  </p:childTnLst>
                                </p:cTn>
                              </p:par>
                            </p:childTnLst>
                          </p:cTn>
                        </p:par>
                        <p:par>
                          <p:cTn id="14" fill="hold">
                            <p:stCondLst>
                              <p:cond delay="900"/>
                            </p:stCondLst>
                            <p:childTnLst>
                              <p:par>
                                <p:cTn id="15" presetID="53" presetClass="entr" presetSubtype="16"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800" fill="hold"/>
                                        <p:tgtEl>
                                          <p:spTgt spid="6"/>
                                        </p:tgtEl>
                                        <p:attrNameLst>
                                          <p:attrName>ppt_w</p:attrName>
                                        </p:attrNameLst>
                                      </p:cBhvr>
                                      <p:tavLst>
                                        <p:tav tm="0">
                                          <p:val>
                                            <p:strVal val="0"/>
                                          </p:val>
                                        </p:tav>
                                        <p:tav tm="100000">
                                          <p:val>
                                            <p:strVal val="#ppt_w"/>
                                          </p:val>
                                        </p:tav>
                                      </p:tavLst>
                                    </p:anim>
                                    <p:anim calcmode="lin" valueType="num">
                                      <p:cBhvr>
                                        <p:cTn id="18" dur="800" fill="hold"/>
                                        <p:tgtEl>
                                          <p:spTgt spid="6"/>
                                        </p:tgtEl>
                                        <p:attrNameLst>
                                          <p:attrName>ppt_h</p:attrName>
                                        </p:attrNameLst>
                                      </p:cBhvr>
                                      <p:tavLst>
                                        <p:tav tm="0">
                                          <p:val>
                                            <p:strVal val="0"/>
                                          </p:val>
                                        </p:tav>
                                        <p:tav tm="100000">
                                          <p:val>
                                            <p:strVal val="#ppt_h"/>
                                          </p:val>
                                        </p:tav>
                                      </p:tavLst>
                                    </p:anim>
                                    <p:animEffect transition="in" filter="fade">
                                      <p:cBhvr>
                                        <p:cTn id="19"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mc:AlternateContent xmlns:mc="http://schemas.openxmlformats.org/markup-compatibility/2006" xmlns:p14="http://schemas.microsoft.com/office/powerpoint/2010/main">
    <mc:Choice Requires="p14">
      <p:transition spd="slow" p14:dur="1500">
        <p:sndAc>
          <p:stSnd>
            <p:snd r:embed="rId2" name="whoosh"/>
          </p:stSnd>
        </p:sndAc>
        <p14:prism/>
      </p:transition>
    </mc:Choice>
    <mc:Fallback>
      <p:transition spd="slow">
        <p:sndAc>
          <p:stSnd>
            <p:snd r:embed="rId2" name="whoosh"/>
          </p:stSnd>
        </p:sndAc>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ctr" lIns="164592" rIns="164592">
            <a:spAutoFit/>
          </a:bodyPr>
          <a:lstStyle/>
          <a:p>
            <a:pPr rtl="1" algn="r">
              <a:lnSpc>
                <a:spcPct val="100000"/>
              </a:lnSpc>
              <a:spcAft>
                <a:spcPts val="0"/>
              </a:spcAft>
            </a:pPr>
            <a:r>
              <a:rPr sz="3400" b="0" lang="fa-IR">
                <a:solidFill>
                  <a:srgbClr val="0E2A47"/>
                </a:solidFill>
                <a:latin typeface="Vazirmatn Black"/>
                <a:cs typeface="Vazirmatn Black"/>
              </a:rPr>
              <a:t>وقتی قانون رعایت نمی‌شود</a:t>
            </a:r>
          </a:p>
        </p:txBody>
      </p:sp>
      <p:sp>
        <p:nvSpPr>
          <p:cNvPr id="3" name="Rectangle 2"/>
          <p:cNvSpPr/>
          <p:nvPr/>
        </p:nvSpPr>
        <p:spPr>
          <a:xfrm>
            <a:off x="9966960" y="1216152"/>
            <a:ext cx="1645920" cy="6400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309360" y="1737360"/>
            <a:ext cx="5212080" cy="1737360"/>
          </a:xfrm>
          <a:prstGeom prst="roundRect">
            <a:avLst>
              <a:gd name="adj" fmla="val 8000"/>
            </a:avLst>
          </a:prstGeom>
          <a:solidFill>
            <a:srgbClr val="FFFFFF"/>
          </a:solidFill>
          <a:ln w="15875">
            <a:solidFill>
              <a:srgbClr val="E5DCC8"/>
            </a:solidFill>
          </a:ln>
          <a:effectLst>
            <a:outerShdw blurRad="200000" dist="60000" dir="5400000" algn="t"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r" rtl="1">
              <a:lnSpc>
                <a:spcPct val="100000"/>
              </a:lnSpc>
              <a:spcAft>
                <a:spcPts val="600"/>
              </a:spcAft>
            </a:pPr>
            <a:r>
              <a:rPr sz="2000" b="0" lang="fa-IR">
                <a:solidFill>
                  <a:srgbClr val="B3262E"/>
                </a:solidFill>
                <a:latin typeface="Vazirmatn Black"/>
                <a:cs typeface="Vazirmatn Black"/>
              </a:rPr>
              <a:t>به هم خوردن نظم</a:t>
            </a:r>
          </a:p>
          <a:p>
            <a:pPr rtl="1" algn="r">
              <a:lnSpc>
                <a:spcPct val="100000"/>
              </a:lnSpc>
              <a:spcAft>
                <a:spcPts val="600"/>
              </a:spcAft>
            </a:pPr>
            <a:r>
              <a:rPr sz="1500" b="0" lang="fa-IR">
                <a:solidFill>
                  <a:srgbClr val="1F2937"/>
                </a:solidFill>
                <a:latin typeface="Vazirmatn"/>
                <a:cs typeface="Vazirmatn"/>
              </a:rPr>
              <a:t>صف‌ها بی‌نظم می‌شوند، رفت‌وآمد کند می‌شود و کارهای روزمره سخت‌تر پیش می‌رود.</a:t>
            </a:r>
          </a:p>
        </p:txBody>
      </p:sp>
      <p:sp>
        <p:nvSpPr>
          <p:cNvPr id="5" name="Rounded Rectangle 4"/>
          <p:cNvSpPr/>
          <p:nvPr/>
        </p:nvSpPr>
        <p:spPr>
          <a:xfrm>
            <a:off x="685800" y="1737360"/>
            <a:ext cx="5212080" cy="1737360"/>
          </a:xfrm>
          <a:prstGeom prst="roundRect">
            <a:avLst>
              <a:gd name="adj" fmla="val 8000"/>
            </a:avLst>
          </a:prstGeom>
          <a:solidFill>
            <a:srgbClr val="FFFFFF"/>
          </a:solidFill>
          <a:ln w="15875">
            <a:solidFill>
              <a:srgbClr val="E5DCC8"/>
            </a:solidFill>
          </a:ln>
          <a:effectLst>
            <a:outerShdw blurRad="200000" dist="60000" dir="5400000" algn="t"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r" rtl="1">
              <a:lnSpc>
                <a:spcPct val="100000"/>
              </a:lnSpc>
              <a:spcAft>
                <a:spcPts val="600"/>
              </a:spcAft>
            </a:pPr>
            <a:r>
              <a:rPr sz="2000" b="0" lang="fa-IR">
                <a:solidFill>
                  <a:srgbClr val="D9822B"/>
                </a:solidFill>
                <a:latin typeface="Vazirmatn Black"/>
                <a:cs typeface="Vazirmatn Black"/>
              </a:rPr>
              <a:t>کاهش امنیت</a:t>
            </a:r>
          </a:p>
          <a:p>
            <a:pPr rtl="1" algn="r">
              <a:lnSpc>
                <a:spcPct val="100000"/>
              </a:lnSpc>
              <a:spcAft>
                <a:spcPts val="600"/>
              </a:spcAft>
            </a:pPr>
            <a:r>
              <a:rPr sz="1500" b="0" lang="fa-IR">
                <a:solidFill>
                  <a:srgbClr val="1F2937"/>
                </a:solidFill>
                <a:latin typeface="Vazirmatn"/>
                <a:cs typeface="Vazirmatn"/>
              </a:rPr>
              <a:t>رعایت نکردن مقررات رانندگی و ایمنی، احتمال آسیب و حادثه را بالا می‌برد.</a:t>
            </a:r>
          </a:p>
        </p:txBody>
      </p:sp>
      <p:sp>
        <p:nvSpPr>
          <p:cNvPr id="6" name="Rounded Rectangle 5"/>
          <p:cNvSpPr/>
          <p:nvPr/>
        </p:nvSpPr>
        <p:spPr>
          <a:xfrm>
            <a:off x="6309360" y="3657600"/>
            <a:ext cx="5212080" cy="1737360"/>
          </a:xfrm>
          <a:prstGeom prst="roundRect">
            <a:avLst>
              <a:gd name="adj" fmla="val 8000"/>
            </a:avLst>
          </a:prstGeom>
          <a:solidFill>
            <a:srgbClr val="FFFFFF"/>
          </a:solidFill>
          <a:ln w="15875">
            <a:solidFill>
              <a:srgbClr val="E5DCC8"/>
            </a:solidFill>
          </a:ln>
          <a:effectLst>
            <a:outerShdw blurRad="200000" dist="60000" dir="5400000" algn="t"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r" rtl="1">
              <a:lnSpc>
                <a:spcPct val="100000"/>
              </a:lnSpc>
              <a:spcAft>
                <a:spcPts val="600"/>
              </a:spcAft>
            </a:pPr>
            <a:r>
              <a:rPr sz="2000" b="0" lang="fa-IR">
                <a:solidFill>
                  <a:srgbClr val="6D4C9F"/>
                </a:solidFill>
                <a:latin typeface="Vazirmatn Black"/>
                <a:cs typeface="Vazirmatn Black"/>
              </a:rPr>
              <a:t>پایمال شدن حقوق</a:t>
            </a:r>
          </a:p>
          <a:p>
            <a:pPr rtl="1" algn="r">
              <a:lnSpc>
                <a:spcPct val="100000"/>
              </a:lnSpc>
              <a:spcAft>
                <a:spcPts val="600"/>
              </a:spcAft>
            </a:pPr>
            <a:r>
              <a:rPr sz="1500" b="0" lang="fa-IR">
                <a:solidFill>
                  <a:srgbClr val="1F2937"/>
                </a:solidFill>
                <a:latin typeface="Vazirmatn"/>
                <a:cs typeface="Vazirmatn"/>
              </a:rPr>
              <a:t>وقتی یک نفر بی‌توجه به دیگران رفتار می‌کند، حق آرامش، سلامت یا آزادی دیگران از بین می‌رود.</a:t>
            </a:r>
          </a:p>
        </p:txBody>
      </p:sp>
      <p:sp>
        <p:nvSpPr>
          <p:cNvPr id="7" name="Rounded Rectangle 6"/>
          <p:cNvSpPr/>
          <p:nvPr/>
        </p:nvSpPr>
        <p:spPr>
          <a:xfrm>
            <a:off x="685800" y="3657600"/>
            <a:ext cx="5212080" cy="1737360"/>
          </a:xfrm>
          <a:prstGeom prst="roundRect">
            <a:avLst>
              <a:gd name="adj" fmla="val 8000"/>
            </a:avLst>
          </a:prstGeom>
          <a:solidFill>
            <a:srgbClr val="FFFFFF"/>
          </a:solidFill>
          <a:ln w="15875">
            <a:solidFill>
              <a:srgbClr val="E5DCC8"/>
            </a:solidFill>
          </a:ln>
          <a:effectLst>
            <a:outerShdw blurRad="200000" dist="60000" dir="5400000" algn="t"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r" rtl="1">
              <a:lnSpc>
                <a:spcPct val="100000"/>
              </a:lnSpc>
              <a:spcAft>
                <a:spcPts val="600"/>
              </a:spcAft>
            </a:pPr>
            <a:r>
              <a:rPr sz="2000" b="0" lang="fa-IR">
                <a:solidFill>
                  <a:srgbClr val="1F5FA8"/>
                </a:solidFill>
                <a:latin typeface="Vazirmatn Black"/>
                <a:cs typeface="Vazirmatn Black"/>
              </a:rPr>
              <a:t>اختلاف و بی‌اعتمادی</a:t>
            </a:r>
          </a:p>
          <a:p>
            <a:pPr rtl="1" algn="r">
              <a:lnSpc>
                <a:spcPct val="100000"/>
              </a:lnSpc>
              <a:spcAft>
                <a:spcPts val="600"/>
              </a:spcAft>
            </a:pPr>
            <a:r>
              <a:rPr sz="1500" b="0" lang="fa-IR">
                <a:solidFill>
                  <a:srgbClr val="1F2937"/>
                </a:solidFill>
                <a:latin typeface="Vazirmatn"/>
                <a:cs typeface="Vazirmatn"/>
              </a:rPr>
              <a:t>کم‌کم اختلاف‌ها زیاد می‌شود و مردم به یکدیگر و به نهادهای جامعه کمتر اعتماد می‌کنند.</a:t>
            </a:r>
          </a:p>
        </p:txBody>
      </p:sp>
      <p:sp>
        <p:nvSpPr>
          <p:cNvPr id="8" name="TextBox 7"/>
          <p:cNvSpPr txBox="1"/>
          <p:nvPr/>
        </p:nvSpPr>
        <p:spPr>
          <a:xfrm>
            <a:off x="685800" y="5669280"/>
            <a:ext cx="10835640" cy="731520"/>
          </a:xfrm>
          <a:prstGeom prst="rect">
            <a:avLst/>
          </a:prstGeom>
          <a:noFill/>
        </p:spPr>
        <p:txBody>
          <a:bodyPr wrap="square" anchor="ctr" lIns="164592" rIns="164592">
            <a:spAutoFit/>
          </a:bodyPr>
          <a:lstStyle/>
          <a:p>
            <a:pPr rtl="1" algn="ctr">
              <a:lnSpc>
                <a:spcPct val="100000"/>
              </a:lnSpc>
              <a:spcAft>
                <a:spcPts val="0"/>
              </a:spcAft>
            </a:pPr>
            <a:r>
              <a:rPr sz="1800" b="1" lang="fa-IR">
                <a:solidFill>
                  <a:srgbClr val="1E7B4B"/>
                </a:solidFill>
                <a:latin typeface="Vazirmatn"/>
                <a:cs typeface="Vazirmatn"/>
              </a:rPr>
              <a:t>با رعایت قانون، هم خودمان آسوده‌تریم و هم دیگران.</a:t>
            </a:r>
          </a:p>
        </p:txBody>
      </p:sp>
      <p:sp>
        <p:nvSpPr>
          <p:cNvPr id="9" name="Rounded Rectangle 8"/>
          <p:cNvSpPr/>
          <p:nvPr/>
        </p:nvSpPr>
        <p:spPr>
          <a:xfrm>
            <a:off x="11375136" y="2011679"/>
            <a:ext cx="82296" cy="1188720"/>
          </a:xfrm>
          <a:prstGeom prst="roundRect">
            <a:avLst>
              <a:gd name="adj" fmla="val 50000"/>
            </a:avLst>
          </a:prstGeom>
          <a:solidFill>
            <a:srgbClr val="B3262E"/>
          </a:solidFill>
          <a:ln>
            <a:noFill/>
          </a:ln>
          <a:effectLst>
            <a:glow rad="60000">
              <a:srgbClr val="B3262E">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751576" y="2011679"/>
            <a:ext cx="82296" cy="1188720"/>
          </a:xfrm>
          <a:prstGeom prst="roundRect">
            <a:avLst>
              <a:gd name="adj" fmla="val 50000"/>
            </a:avLst>
          </a:prstGeom>
          <a:solidFill>
            <a:srgbClr val="D9822B"/>
          </a:solidFill>
          <a:ln>
            <a:noFill/>
          </a:ln>
          <a:effectLst>
            <a:glow rad="60000">
              <a:srgbClr val="D9822B">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375136" y="3931920"/>
            <a:ext cx="82296" cy="1188720"/>
          </a:xfrm>
          <a:prstGeom prst="roundRect">
            <a:avLst>
              <a:gd name="adj" fmla="val 50000"/>
            </a:avLst>
          </a:prstGeom>
          <a:solidFill>
            <a:srgbClr val="6D4C9F"/>
          </a:solidFill>
          <a:ln>
            <a:noFill/>
          </a:ln>
          <a:effectLst>
            <a:glow rad="60000">
              <a:srgbClr val="6D4C9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751576" y="3931920"/>
            <a:ext cx="82296" cy="1188720"/>
          </a:xfrm>
          <a:prstGeom prst="roundRect">
            <a:avLst>
              <a:gd name="adj" fmla="val 50000"/>
            </a:avLst>
          </a:prstGeom>
          <a:solidFill>
            <a:srgbClr val="1F5FA8"/>
          </a:solidFill>
          <a:ln>
            <a:noFill/>
          </a:ln>
          <a:effectLst>
            <a:glow rad="60000">
              <a:srgbClr val="1F5FA8">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800" fill="hold"/>
                                        <p:tgtEl>
                                          <p:spTgt spid="4"/>
                                        </p:tgtEl>
                                        <p:attrNameLst>
                                          <p:attrName>ppt_y</p:attrName>
                                        </p:attrNameLst>
                                      </p:cBhvr>
                                      <p:tavLst>
                                        <p:tav tm="0">
                                          <p:val>
                                            <p:strVal val="1+#ppt_h/2"/>
                                          </p:val>
                                        </p:tav>
                                        <p:tav tm="100000">
                                          <p:val>
                                            <p:strVal val="#ppt_y"/>
                                          </p:val>
                                        </p:tav>
                                      </p:tavLst>
                                    </p:anim>
                                    <p:animEffect transition="in" filter="fade">
                                      <p:cBhvr>
                                        <p:cTn id="8" dur="800"/>
                                        <p:tgtEl>
                                          <p:spTgt spid="4"/>
                                        </p:tgtEl>
                                      </p:cBhvr>
                                    </p:animEffect>
                                  </p:childTnLst>
                                </p:cTn>
                              </p:par>
                            </p:childTnLst>
                          </p:cTn>
                        </p:par>
                        <p:par>
                          <p:cTn id="9" fill="hold">
                            <p:stCondLst>
                              <p:cond delay="30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800" fill="hold"/>
                                        <p:tgtEl>
                                          <p:spTgt spid="5"/>
                                        </p:tgtEl>
                                        <p:attrNameLst>
                                          <p:attrName>ppt_y</p:attrName>
                                        </p:attrNameLst>
                                      </p:cBhvr>
                                      <p:tavLst>
                                        <p:tav tm="0">
                                          <p:val>
                                            <p:strVal val="1+#ppt_h/2"/>
                                          </p:val>
                                        </p:tav>
                                        <p:tav tm="100000">
                                          <p:val>
                                            <p:strVal val="#ppt_y"/>
                                          </p:val>
                                        </p:tav>
                                      </p:tavLst>
                                    </p:anim>
                                    <p:animEffect transition="in" filter="fade">
                                      <p:cBhvr>
                                        <p:cTn id="13" dur="800"/>
                                        <p:tgtEl>
                                          <p:spTgt spid="5"/>
                                        </p:tgtEl>
                                      </p:cBhvr>
                                    </p:animEffect>
                                  </p:childTnLst>
                                </p:cTn>
                              </p:par>
                            </p:childTnLst>
                          </p:cTn>
                        </p:par>
                        <p:par>
                          <p:cTn id="14" fill="hold">
                            <p:stCondLst>
                              <p:cond delay="600"/>
                            </p:stCondLst>
                            <p:childTnLst>
                              <p:par>
                                <p:cTn id="15" presetID="2" presetClass="entr" presetSubtype="4"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800" fill="hold"/>
                                        <p:tgtEl>
                                          <p:spTgt spid="6"/>
                                        </p:tgtEl>
                                        <p:attrNameLst>
                                          <p:attrName>ppt_y</p:attrName>
                                        </p:attrNameLst>
                                      </p:cBhvr>
                                      <p:tavLst>
                                        <p:tav tm="0">
                                          <p:val>
                                            <p:strVal val="1+#ppt_h/2"/>
                                          </p:val>
                                        </p:tav>
                                        <p:tav tm="100000">
                                          <p:val>
                                            <p:strVal val="#ppt_y"/>
                                          </p:val>
                                        </p:tav>
                                      </p:tavLst>
                                    </p:anim>
                                    <p:animEffect transition="in" filter="fade">
                                      <p:cBhvr>
                                        <p:cTn id="18" dur="800"/>
                                        <p:tgtEl>
                                          <p:spTgt spid="6"/>
                                        </p:tgtEl>
                                      </p:cBhvr>
                                    </p:animEffect>
                                  </p:childTnLst>
                                </p:cTn>
                              </p:par>
                            </p:childTnLst>
                          </p:cTn>
                        </p:par>
                        <p:par>
                          <p:cTn id="19" fill="hold">
                            <p:stCondLst>
                              <p:cond delay="900"/>
                            </p:stCondLst>
                            <p:childTnLst>
                              <p:par>
                                <p:cTn id="20" presetID="2" presetClass="entr" presetSubtype="4"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800" fill="hold"/>
                                        <p:tgtEl>
                                          <p:spTgt spid="7"/>
                                        </p:tgtEl>
                                        <p:attrNameLst>
                                          <p:attrName>ppt_y</p:attrName>
                                        </p:attrNameLst>
                                      </p:cBhvr>
                                      <p:tavLst>
                                        <p:tav tm="0">
                                          <p:val>
                                            <p:strVal val="1+#ppt_h/2"/>
                                          </p:val>
                                        </p:tav>
                                        <p:tav tm="100000">
                                          <p:val>
                                            <p:strVal val="#ppt_y"/>
                                          </p:val>
                                        </p:tav>
                                      </p:tavLst>
                                    </p:anim>
                                    <p:animEffect transition="in" filter="fade">
                                      <p:cBhvr>
                                        <p:cTn id="23" dur="800"/>
                                        <p:tgtEl>
                                          <p:spTgt spid="7"/>
                                        </p:tgtEl>
                                      </p:cBhvr>
                                    </p:animEffect>
                                  </p:childTnLst>
                                </p:cTn>
                              </p:par>
                            </p:childTnLst>
                          </p:cTn>
                        </p:par>
                        <p:par>
                          <p:cTn id="24" fill="hold">
                            <p:stCondLst>
                              <p:cond delay="1400"/>
                            </p:stCondLst>
                            <p:childTnLst>
                              <p:par>
                                <p:cTn id="25" presetID="10"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transition spd="med">
    <p:sndAc>
      <p:stSnd>
        <p:snd r:embed="rId2" name="whoosh"/>
      </p:stSnd>
    </p:sndAc>
    <p:cover dir="l"/>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14" name="Oval 13"/>
          <p:cNvSpPr/>
          <p:nvPr/>
        </p:nvSpPr>
        <p:spPr>
          <a:xfrm>
            <a:off x="10972800" y="-731520"/>
            <a:ext cx="2377440" cy="2377440"/>
          </a:xfrm>
          <a:prstGeom prst="ellipse">
            <a:avLst/>
          </a:prstGeom>
          <a:solidFill>
            <a:srgbClr val="1B6E8C">
              <a:alpha val="16000"/>
            </a:srgbClr>
          </a:solidFill>
          <a:ln>
            <a:noFill/>
          </a:ln>
          <a:effectLst>
            <a:softEdge rad="8000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548640" y="320040"/>
            <a:ext cx="11064240" cy="868680"/>
          </a:xfrm>
          <a:prstGeom prst="rect">
            <a:avLst/>
          </a:prstGeom>
          <a:noFill/>
        </p:spPr>
        <p:txBody>
          <a:bodyPr wrap="square" anchor="ctr" lIns="164592" rIns="164592">
            <a:spAutoFit/>
          </a:bodyPr>
          <a:lstStyle/>
          <a:p>
            <a:pPr rtl="1" algn="r">
              <a:lnSpc>
                <a:spcPct val="100000"/>
              </a:lnSpc>
              <a:spcAft>
                <a:spcPts val="0"/>
              </a:spcAft>
            </a:pPr>
            <a:r>
              <a:rPr sz="3400" b="0" lang="fa-IR">
                <a:solidFill>
                  <a:srgbClr val="0E2A47"/>
                </a:solidFill>
                <a:latin typeface="Vazirmatn Black"/>
                <a:cs typeface="Vazirmatn Black"/>
              </a:rPr>
              <a:t>من هم بخشی از جامعه‌ام</a:t>
            </a:r>
          </a:p>
        </p:txBody>
      </p:sp>
      <p:sp>
        <p:nvSpPr>
          <p:cNvPr id="3" name="Rectangle 2"/>
          <p:cNvSpPr/>
          <p:nvPr/>
        </p:nvSpPr>
        <p:spPr>
          <a:xfrm>
            <a:off x="9966960" y="1216152"/>
            <a:ext cx="1645920" cy="6400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737360"/>
            <a:ext cx="10835640" cy="731520"/>
          </a:xfrm>
          <a:prstGeom prst="roundRect">
            <a:avLst>
              <a:gd name="adj" fmla="val 50000"/>
            </a:avLst>
          </a:prstGeom>
          <a:solidFill>
            <a:srgbClr val="FFFFFF"/>
          </a:solidFill>
          <a:ln w="15875">
            <a:solidFill>
              <a:srgbClr val="E5DCC8"/>
            </a:solidFill>
          </a:ln>
          <a:effectLst>
            <a:outerShdw blurRad="180000" dist="60000" dir="5400000" algn="t"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05840" rIns="548640"/>
          <a:lstStyle/>
          <a:p>
            <a:pPr algn="r" rtl="1">
              <a:lnSpc>
                <a:spcPct val="100000"/>
              </a:lnSpc>
              <a:spcAft>
                <a:spcPts val="0"/>
              </a:spcAft>
            </a:pPr>
            <a:r>
              <a:rPr sz="1700" b="0" lang="fa-IR">
                <a:solidFill>
                  <a:srgbClr val="1F2937"/>
                </a:solidFill>
                <a:latin typeface="Vazirmatn"/>
                <a:cs typeface="Vazirmatn"/>
              </a:rPr>
              <a:t>در کتابخانه و سینما، سکوت و نوبت دیگران را رعایت می‌کنم.</a:t>
            </a:r>
          </a:p>
        </p:txBody>
      </p:sp>
      <p:sp>
        <p:nvSpPr>
          <p:cNvPr id="5" name="Oval 4"/>
          <p:cNvSpPr/>
          <p:nvPr/>
        </p:nvSpPr>
        <p:spPr>
          <a:xfrm>
            <a:off x="868680" y="1828800"/>
            <a:ext cx="548640" cy="548640"/>
          </a:xfrm>
          <a:prstGeom prst="ellipse">
            <a:avLst/>
          </a:prstGeom>
          <a:gradFill rotWithShape="1">
            <a:gsLst>
              <a:gs pos="0">
                <a:srgbClr val="1E7B4B"/>
              </a:gs>
              <a:gs pos="100000">
                <a:srgbClr val="155634"/>
              </a:gs>
            </a:gsLst>
            <a:lin scaled="0" ang="18900000"/>
          </a:gradFill>
          <a:ln>
            <a:noFill/>
          </a:ln>
          <a:effectLst>
            <a:glow rad="90000">
              <a:srgbClr val="1E7B4B">
                <a:alpha val="55000"/>
              </a:srgbClr>
            </a:glow>
          </a:effectLst>
          <a:sp3d>
            <a:bevelT w="50800" h="38100"/>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rtl="1">
              <a:lnSpc>
                <a:spcPct val="100000"/>
              </a:lnSpc>
              <a:spcAft>
                <a:spcPts val="0"/>
              </a:spcAft>
            </a:pPr>
            <a:r>
              <a:rPr sz="1600" b="0" lang="fa-IR">
                <a:solidFill>
                  <a:srgbClr val="FFFFFF"/>
                </a:solidFill>
                <a:latin typeface="Vazirmatn Black"/>
                <a:cs typeface="Vazirmatn Black"/>
              </a:rPr>
              <a:t>1</a:t>
            </a:r>
          </a:p>
        </p:txBody>
      </p:sp>
      <p:sp>
        <p:nvSpPr>
          <p:cNvPr id="6" name="Rounded Rectangle 5"/>
          <p:cNvSpPr/>
          <p:nvPr/>
        </p:nvSpPr>
        <p:spPr>
          <a:xfrm>
            <a:off x="685800" y="2606039"/>
            <a:ext cx="10835640" cy="731520"/>
          </a:xfrm>
          <a:prstGeom prst="roundRect">
            <a:avLst>
              <a:gd name="adj" fmla="val 50000"/>
            </a:avLst>
          </a:prstGeom>
          <a:solidFill>
            <a:srgbClr val="FFFFFF"/>
          </a:solidFill>
          <a:ln w="15875">
            <a:solidFill>
              <a:srgbClr val="E5DCC8"/>
            </a:solidFill>
          </a:ln>
          <a:effectLst>
            <a:outerShdw blurRad="180000" dist="60000" dir="5400000" algn="t"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05840" rIns="548640"/>
          <a:lstStyle/>
          <a:p>
            <a:pPr algn="r" rtl="1">
              <a:lnSpc>
                <a:spcPct val="100000"/>
              </a:lnSpc>
              <a:spcAft>
                <a:spcPts val="0"/>
              </a:spcAft>
            </a:pPr>
            <a:r>
              <a:rPr sz="1700" b="0" lang="fa-IR">
                <a:solidFill>
                  <a:srgbClr val="1F2937"/>
                </a:solidFill>
                <a:latin typeface="Vazirmatn"/>
                <a:cs typeface="Vazirmatn"/>
              </a:rPr>
              <a:t>در پارک و خیابان، زباله را در سطل می‌اندازم و از گذرگاه عابر استفاده می‌کنم.</a:t>
            </a:r>
          </a:p>
        </p:txBody>
      </p:sp>
      <p:sp>
        <p:nvSpPr>
          <p:cNvPr id="7" name="Oval 6"/>
          <p:cNvSpPr/>
          <p:nvPr/>
        </p:nvSpPr>
        <p:spPr>
          <a:xfrm>
            <a:off x="868680" y="2697479"/>
            <a:ext cx="548640" cy="548640"/>
          </a:xfrm>
          <a:prstGeom prst="ellipse">
            <a:avLst/>
          </a:prstGeom>
          <a:gradFill rotWithShape="1">
            <a:gsLst>
              <a:gs pos="0">
                <a:srgbClr val="1F5FA8"/>
              </a:gs>
              <a:gs pos="100000">
                <a:srgbClr val="154275"/>
              </a:gs>
            </a:gsLst>
            <a:lin scaled="0" ang="18900000"/>
          </a:gradFill>
          <a:ln>
            <a:noFill/>
          </a:ln>
          <a:effectLst>
            <a:glow rad="90000">
              <a:srgbClr val="1F5FA8">
                <a:alpha val="55000"/>
              </a:srgbClr>
            </a:glow>
          </a:effectLst>
          <a:sp3d>
            <a:bevelT w="50800" h="38100"/>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rtl="1">
              <a:lnSpc>
                <a:spcPct val="100000"/>
              </a:lnSpc>
              <a:spcAft>
                <a:spcPts val="0"/>
              </a:spcAft>
            </a:pPr>
            <a:r>
              <a:rPr sz="1600" b="0" lang="fa-IR">
                <a:solidFill>
                  <a:srgbClr val="FFFFFF"/>
                </a:solidFill>
                <a:latin typeface="Vazirmatn Black"/>
                <a:cs typeface="Vazirmatn Black"/>
              </a:rPr>
              <a:t>2</a:t>
            </a:r>
          </a:p>
        </p:txBody>
      </p:sp>
      <p:sp>
        <p:nvSpPr>
          <p:cNvPr id="8" name="Rounded Rectangle 7"/>
          <p:cNvSpPr/>
          <p:nvPr/>
        </p:nvSpPr>
        <p:spPr>
          <a:xfrm>
            <a:off x="685800" y="3474720"/>
            <a:ext cx="10835640" cy="731520"/>
          </a:xfrm>
          <a:prstGeom prst="roundRect">
            <a:avLst>
              <a:gd name="adj" fmla="val 50000"/>
            </a:avLst>
          </a:prstGeom>
          <a:solidFill>
            <a:srgbClr val="FFFFFF"/>
          </a:solidFill>
          <a:ln w="15875">
            <a:solidFill>
              <a:srgbClr val="E5DCC8"/>
            </a:solidFill>
          </a:ln>
          <a:effectLst>
            <a:outerShdw blurRad="180000" dist="60000" dir="5400000" algn="t"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05840" rIns="548640"/>
          <a:lstStyle/>
          <a:p>
            <a:pPr algn="r" rtl="1">
              <a:lnSpc>
                <a:spcPct val="100000"/>
              </a:lnSpc>
              <a:spcAft>
                <a:spcPts val="0"/>
              </a:spcAft>
            </a:pPr>
            <a:r>
              <a:rPr sz="1700" b="0" lang="fa-IR">
                <a:solidFill>
                  <a:srgbClr val="1F2937"/>
                </a:solidFill>
                <a:latin typeface="Vazirmatn"/>
                <a:cs typeface="Vazirmatn"/>
              </a:rPr>
              <a:t>در خانه و مدرسه، حقوق اعضای خانواده و همکلاسی‌هایم را محترم می‌شمارم.</a:t>
            </a:r>
          </a:p>
        </p:txBody>
      </p:sp>
      <p:sp>
        <p:nvSpPr>
          <p:cNvPr id="9" name="Oval 8"/>
          <p:cNvSpPr/>
          <p:nvPr/>
        </p:nvSpPr>
        <p:spPr>
          <a:xfrm>
            <a:off x="868680" y="3566160"/>
            <a:ext cx="548640" cy="548640"/>
          </a:xfrm>
          <a:prstGeom prst="ellipse">
            <a:avLst/>
          </a:prstGeom>
          <a:gradFill rotWithShape="1">
            <a:gsLst>
              <a:gs pos="0">
                <a:srgbClr val="1B6E8C"/>
              </a:gs>
              <a:gs pos="100000">
                <a:srgbClr val="124D62"/>
              </a:gs>
            </a:gsLst>
            <a:lin scaled="0" ang="18900000"/>
          </a:gradFill>
          <a:ln>
            <a:noFill/>
          </a:ln>
          <a:effectLst>
            <a:glow rad="90000">
              <a:srgbClr val="1B6E8C">
                <a:alpha val="55000"/>
              </a:srgbClr>
            </a:glow>
          </a:effectLst>
          <a:sp3d>
            <a:bevelT w="50800" h="38100"/>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rtl="1">
              <a:lnSpc>
                <a:spcPct val="100000"/>
              </a:lnSpc>
              <a:spcAft>
                <a:spcPts val="0"/>
              </a:spcAft>
            </a:pPr>
            <a:r>
              <a:rPr sz="1600" b="0" lang="fa-IR">
                <a:solidFill>
                  <a:srgbClr val="FFFFFF"/>
                </a:solidFill>
                <a:latin typeface="Vazirmatn Black"/>
                <a:cs typeface="Vazirmatn Black"/>
              </a:rPr>
              <a:t>3</a:t>
            </a:r>
          </a:p>
        </p:txBody>
      </p:sp>
      <p:sp>
        <p:nvSpPr>
          <p:cNvPr id="10" name="Rounded Rectangle 9"/>
          <p:cNvSpPr/>
          <p:nvPr/>
        </p:nvSpPr>
        <p:spPr>
          <a:xfrm>
            <a:off x="685800" y="4343400"/>
            <a:ext cx="10835640" cy="731520"/>
          </a:xfrm>
          <a:prstGeom prst="roundRect">
            <a:avLst>
              <a:gd name="adj" fmla="val 50000"/>
            </a:avLst>
          </a:prstGeom>
          <a:solidFill>
            <a:srgbClr val="FFFFFF"/>
          </a:solidFill>
          <a:ln w="15875">
            <a:solidFill>
              <a:srgbClr val="E5DCC8"/>
            </a:solidFill>
          </a:ln>
          <a:effectLst>
            <a:outerShdw blurRad="180000" dist="60000" dir="5400000" algn="t"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05840" rIns="548640"/>
          <a:lstStyle/>
          <a:p>
            <a:pPr algn="r" rtl="1">
              <a:lnSpc>
                <a:spcPct val="100000"/>
              </a:lnSpc>
              <a:spcAft>
                <a:spcPts val="0"/>
              </a:spcAft>
            </a:pPr>
            <a:r>
              <a:rPr sz="1700" b="0" lang="fa-IR">
                <a:solidFill>
                  <a:srgbClr val="1F2937"/>
                </a:solidFill>
                <a:latin typeface="Vazirmatn"/>
                <a:cs typeface="Vazirmatn"/>
              </a:rPr>
              <a:t>برای حفظ امنیت، با مسئولان و نیروهای انتظامی همکاری می‌کنم.</a:t>
            </a:r>
          </a:p>
        </p:txBody>
      </p:sp>
      <p:sp>
        <p:nvSpPr>
          <p:cNvPr id="11" name="Oval 10"/>
          <p:cNvSpPr/>
          <p:nvPr/>
        </p:nvSpPr>
        <p:spPr>
          <a:xfrm>
            <a:off x="868680" y="4434840"/>
            <a:ext cx="548640" cy="548640"/>
          </a:xfrm>
          <a:prstGeom prst="ellipse">
            <a:avLst/>
          </a:prstGeom>
          <a:gradFill rotWithShape="1">
            <a:gsLst>
              <a:gs pos="0">
                <a:srgbClr val="6D4C9F"/>
              </a:gs>
              <a:gs pos="100000">
                <a:srgbClr val="4C356F"/>
              </a:gs>
            </a:gsLst>
            <a:lin scaled="0" ang="18900000"/>
          </a:gradFill>
          <a:ln>
            <a:noFill/>
          </a:ln>
          <a:effectLst>
            <a:glow rad="90000">
              <a:srgbClr val="6D4C9F">
                <a:alpha val="55000"/>
              </a:srgbClr>
            </a:glow>
          </a:effectLst>
          <a:sp3d>
            <a:bevelT w="50800" h="38100"/>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rtl="1">
              <a:lnSpc>
                <a:spcPct val="100000"/>
              </a:lnSpc>
              <a:spcAft>
                <a:spcPts val="0"/>
              </a:spcAft>
            </a:pPr>
            <a:r>
              <a:rPr sz="1600" b="0" lang="fa-IR">
                <a:solidFill>
                  <a:srgbClr val="FFFFFF"/>
                </a:solidFill>
                <a:latin typeface="Vazirmatn Black"/>
                <a:cs typeface="Vazirmatn Black"/>
              </a:rPr>
              <a:t>4</a:t>
            </a:r>
          </a:p>
        </p:txBody>
      </p:sp>
      <p:sp>
        <p:nvSpPr>
          <p:cNvPr id="12" name="Rounded Rectangle 11"/>
          <p:cNvSpPr/>
          <p:nvPr/>
        </p:nvSpPr>
        <p:spPr>
          <a:xfrm>
            <a:off x="685800" y="5212079"/>
            <a:ext cx="10835640" cy="731520"/>
          </a:xfrm>
          <a:prstGeom prst="roundRect">
            <a:avLst>
              <a:gd name="adj" fmla="val 50000"/>
            </a:avLst>
          </a:prstGeom>
          <a:solidFill>
            <a:srgbClr val="FFFFFF"/>
          </a:solidFill>
          <a:ln w="15875">
            <a:solidFill>
              <a:srgbClr val="E5DCC8"/>
            </a:solidFill>
          </a:ln>
          <a:effectLst>
            <a:outerShdw blurRad="180000" dist="60000" dir="5400000" algn="t"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05840" rIns="548640"/>
          <a:lstStyle/>
          <a:p>
            <a:pPr algn="r" rtl="1">
              <a:lnSpc>
                <a:spcPct val="100000"/>
              </a:lnSpc>
              <a:spcAft>
                <a:spcPts val="0"/>
              </a:spcAft>
            </a:pPr>
            <a:r>
              <a:rPr sz="1700" b="0" lang="fa-IR">
                <a:solidFill>
                  <a:srgbClr val="1F2937"/>
                </a:solidFill>
                <a:latin typeface="Vazirmatn"/>
                <a:cs typeface="Vazirmatn"/>
              </a:rPr>
              <a:t>با رفتار خودم، برای دوستان و اطرافیانم الگوی خوبی باشم.</a:t>
            </a:r>
          </a:p>
        </p:txBody>
      </p:sp>
      <p:sp>
        <p:nvSpPr>
          <p:cNvPr id="13" name="Oval 12"/>
          <p:cNvSpPr/>
          <p:nvPr/>
        </p:nvSpPr>
        <p:spPr>
          <a:xfrm>
            <a:off x="868680" y="5303519"/>
            <a:ext cx="548640" cy="548640"/>
          </a:xfrm>
          <a:prstGeom prst="ellipse">
            <a:avLst/>
          </a:prstGeom>
          <a:gradFill rotWithShape="1">
            <a:gsLst>
              <a:gs pos="0">
                <a:srgbClr val="D9822B"/>
              </a:gs>
              <a:gs pos="100000">
                <a:srgbClr val="975B1E"/>
              </a:gs>
            </a:gsLst>
            <a:lin scaled="0" ang="18900000"/>
          </a:gradFill>
          <a:ln>
            <a:noFill/>
          </a:ln>
          <a:effectLst>
            <a:glow rad="90000">
              <a:srgbClr val="D9822B">
                <a:alpha val="55000"/>
              </a:srgbClr>
            </a:glow>
          </a:effectLst>
          <a:sp3d>
            <a:bevelT w="50800" h="38100"/>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rtl="1">
              <a:lnSpc>
                <a:spcPct val="100000"/>
              </a:lnSpc>
              <a:spcAft>
                <a:spcPts val="0"/>
              </a:spcAft>
            </a:pPr>
            <a:r>
              <a:rPr sz="1600" b="0" lang="fa-IR">
                <a:solidFill>
                  <a:srgbClr val="FFFFFF"/>
                </a:solidFill>
                <a:latin typeface="Vazirmatn Black"/>
                <a:cs typeface="Vazirmatn Black"/>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800" fill="hold"/>
                                        <p:tgtEl>
                                          <p:spTgt spid="4"/>
                                        </p:tgtEl>
                                        <p:attrNameLst>
                                          <p:attrName>ppt_y</p:attrName>
                                        </p:attrNameLst>
                                      </p:cBhvr>
                                      <p:tavLst>
                                        <p:tav tm="0">
                                          <p:val>
                                            <p:strVal val="1+#ppt_h/2"/>
                                          </p:val>
                                        </p:tav>
                                        <p:tav tm="100000">
                                          <p:val>
                                            <p:strVal val="#ppt_y"/>
                                          </p:val>
                                        </p:tav>
                                      </p:tavLst>
                                    </p:anim>
                                    <p:animEffect transition="in" filter="fade">
                                      <p:cBhvr>
                                        <p:cTn id="8" dur="800"/>
                                        <p:tgtEl>
                                          <p:spTgt spid="4"/>
                                        </p:tgtEl>
                                      </p:cBhvr>
                                    </p:animEffect>
                                  </p:childTnLst>
                                </p:cTn>
                              </p:par>
                            </p:childTnLst>
                          </p:cTn>
                        </p:par>
                        <p:par>
                          <p:cTn id="9" fill="hold">
                            <p:stCondLst>
                              <p:cond delay="800"/>
                            </p:stCondLst>
                            <p:childTnLst>
                              <p:par>
                                <p:cTn id="10" presetID="53" presetClass="entr" presetSubtype="16"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800" fill="hold"/>
                                        <p:tgtEl>
                                          <p:spTgt spid="5"/>
                                        </p:tgtEl>
                                        <p:attrNameLst>
                                          <p:attrName>ppt_w</p:attrName>
                                        </p:attrNameLst>
                                      </p:cBhvr>
                                      <p:tavLst>
                                        <p:tav tm="0">
                                          <p:val>
                                            <p:strVal val="0"/>
                                          </p:val>
                                        </p:tav>
                                        <p:tav tm="100000">
                                          <p:val>
                                            <p:strVal val="#ppt_w"/>
                                          </p:val>
                                        </p:tav>
                                      </p:tavLst>
                                    </p:anim>
                                    <p:anim calcmode="lin" valueType="num">
                                      <p:cBhvr>
                                        <p:cTn id="13" dur="800" fill="hold"/>
                                        <p:tgtEl>
                                          <p:spTgt spid="5"/>
                                        </p:tgtEl>
                                        <p:attrNameLst>
                                          <p:attrName>ppt_h</p:attrName>
                                        </p:attrNameLst>
                                      </p:cBhvr>
                                      <p:tavLst>
                                        <p:tav tm="0">
                                          <p:val>
                                            <p:strVal val="0"/>
                                          </p:val>
                                        </p:tav>
                                        <p:tav tm="100000">
                                          <p:val>
                                            <p:strVal val="#ppt_h"/>
                                          </p:val>
                                        </p:tav>
                                      </p:tavLst>
                                    </p:anim>
                                    <p:animEffect transition="in" filter="fade">
                                      <p:cBhvr>
                                        <p:cTn id="14" dur="800"/>
                                        <p:tgtEl>
                                          <p:spTgt spid="5"/>
                                        </p:tgtEl>
                                      </p:cBhvr>
                                    </p:animEffect>
                                  </p:childTnLst>
                                </p:cTn>
                              </p:par>
                            </p:childTnLst>
                          </p:cTn>
                        </p:par>
                        <p:par>
                          <p:cTn id="15" fill="hold">
                            <p:stCondLst>
                              <p:cond delay="950"/>
                            </p:stCondLst>
                            <p:childTnLst>
                              <p:par>
                                <p:cTn id="16" presetID="22" presetClass="entr" presetSubtype="8"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700"/>
                                        <p:tgtEl>
                                          <p:spTgt spid="6"/>
                                        </p:tgtEl>
                                      </p:cBhvr>
                                    </p:animEffect>
                                  </p:childTnLst>
                                </p:cTn>
                              </p:par>
                            </p:childTnLst>
                          </p:cTn>
                        </p:par>
                        <p:par>
                          <p:cTn id="19" fill="hold">
                            <p:stCondLst>
                              <p:cond delay="1250"/>
                            </p:stCondLst>
                            <p:childTnLst>
                              <p:par>
                                <p:cTn id="20" presetID="53" presetClass="entr" presetSubtype="16"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800" fill="hold"/>
                                        <p:tgtEl>
                                          <p:spTgt spid="7"/>
                                        </p:tgtEl>
                                        <p:attrNameLst>
                                          <p:attrName>ppt_w</p:attrName>
                                        </p:attrNameLst>
                                      </p:cBhvr>
                                      <p:tavLst>
                                        <p:tav tm="0">
                                          <p:val>
                                            <p:strVal val="0"/>
                                          </p:val>
                                        </p:tav>
                                        <p:tav tm="100000">
                                          <p:val>
                                            <p:strVal val="#ppt_w"/>
                                          </p:val>
                                        </p:tav>
                                      </p:tavLst>
                                    </p:anim>
                                    <p:anim calcmode="lin" valueType="num">
                                      <p:cBhvr>
                                        <p:cTn id="23" dur="800" fill="hold"/>
                                        <p:tgtEl>
                                          <p:spTgt spid="7"/>
                                        </p:tgtEl>
                                        <p:attrNameLst>
                                          <p:attrName>ppt_h</p:attrName>
                                        </p:attrNameLst>
                                      </p:cBhvr>
                                      <p:tavLst>
                                        <p:tav tm="0">
                                          <p:val>
                                            <p:strVal val="0"/>
                                          </p:val>
                                        </p:tav>
                                        <p:tav tm="100000">
                                          <p:val>
                                            <p:strVal val="#ppt_h"/>
                                          </p:val>
                                        </p:tav>
                                      </p:tavLst>
                                    </p:anim>
                                    <p:animEffect transition="in" filter="fade">
                                      <p:cBhvr>
                                        <p:cTn id="24" dur="800"/>
                                        <p:tgtEl>
                                          <p:spTgt spid="7"/>
                                        </p:tgtEl>
                                      </p:cBhvr>
                                    </p:animEffect>
                                  </p:childTnLst>
                                </p:cTn>
                              </p:par>
                            </p:childTnLst>
                          </p:cTn>
                        </p:par>
                        <p:par>
                          <p:cTn id="25" fill="hold">
                            <p:stCondLst>
                              <p:cond delay="1400"/>
                            </p:stCondLst>
                            <p:childTnLst>
                              <p:par>
                                <p:cTn id="26" presetID="2" presetClass="entr" presetSubtype="4"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800" fill="hold"/>
                                        <p:tgtEl>
                                          <p:spTgt spid="8"/>
                                        </p:tgtEl>
                                        <p:attrNameLst>
                                          <p:attrName>ppt_y</p:attrName>
                                        </p:attrNameLst>
                                      </p:cBhvr>
                                      <p:tavLst>
                                        <p:tav tm="0">
                                          <p:val>
                                            <p:strVal val="1+#ppt_h/2"/>
                                          </p:val>
                                        </p:tav>
                                        <p:tav tm="100000">
                                          <p:val>
                                            <p:strVal val="#ppt_y"/>
                                          </p:val>
                                        </p:tav>
                                      </p:tavLst>
                                    </p:anim>
                                    <p:animEffect transition="in" filter="fade">
                                      <p:cBhvr>
                                        <p:cTn id="29" dur="800"/>
                                        <p:tgtEl>
                                          <p:spTgt spid="8"/>
                                        </p:tgtEl>
                                      </p:cBhvr>
                                    </p:animEffect>
                                  </p:childTnLst>
                                </p:cTn>
                              </p:par>
                            </p:childTnLst>
                          </p:cTn>
                        </p:par>
                        <p:par>
                          <p:cTn id="30" fill="hold">
                            <p:stCondLst>
                              <p:cond delay="1700"/>
                            </p:stCondLst>
                            <p:childTnLst>
                              <p:par>
                                <p:cTn id="31" presetID="53" presetClass="entr" presetSubtype="16"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p:cTn id="33" dur="800" fill="hold"/>
                                        <p:tgtEl>
                                          <p:spTgt spid="9"/>
                                        </p:tgtEl>
                                        <p:attrNameLst>
                                          <p:attrName>ppt_w</p:attrName>
                                        </p:attrNameLst>
                                      </p:cBhvr>
                                      <p:tavLst>
                                        <p:tav tm="0">
                                          <p:val>
                                            <p:strVal val="0"/>
                                          </p:val>
                                        </p:tav>
                                        <p:tav tm="100000">
                                          <p:val>
                                            <p:strVal val="#ppt_w"/>
                                          </p:val>
                                        </p:tav>
                                      </p:tavLst>
                                    </p:anim>
                                    <p:anim calcmode="lin" valueType="num">
                                      <p:cBhvr>
                                        <p:cTn id="34" dur="800" fill="hold"/>
                                        <p:tgtEl>
                                          <p:spTgt spid="9"/>
                                        </p:tgtEl>
                                        <p:attrNameLst>
                                          <p:attrName>ppt_h</p:attrName>
                                        </p:attrNameLst>
                                      </p:cBhvr>
                                      <p:tavLst>
                                        <p:tav tm="0">
                                          <p:val>
                                            <p:strVal val="0"/>
                                          </p:val>
                                        </p:tav>
                                        <p:tav tm="100000">
                                          <p:val>
                                            <p:strVal val="#ppt_h"/>
                                          </p:val>
                                        </p:tav>
                                      </p:tavLst>
                                    </p:anim>
                                    <p:animEffect transition="in" filter="fade">
                                      <p:cBhvr>
                                        <p:cTn id="35" dur="800"/>
                                        <p:tgtEl>
                                          <p:spTgt spid="9"/>
                                        </p:tgtEl>
                                      </p:cBhvr>
                                    </p:animEffect>
                                  </p:childTnLst>
                                </p:cTn>
                              </p:par>
                            </p:childTnLst>
                          </p:cTn>
                        </p:par>
                        <p:par>
                          <p:cTn id="36" fill="hold">
                            <p:stCondLst>
                              <p:cond delay="1850"/>
                            </p:stCondLst>
                            <p:childTnLst>
                              <p:par>
                                <p:cTn id="37" presetID="22" presetClass="entr" presetSubtype="8"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left)">
                                      <p:cBhvr>
                                        <p:cTn id="39" dur="700"/>
                                        <p:tgtEl>
                                          <p:spTgt spid="10"/>
                                        </p:tgtEl>
                                      </p:cBhvr>
                                    </p:animEffect>
                                  </p:childTnLst>
                                </p:cTn>
                              </p:par>
                            </p:childTnLst>
                          </p:cTn>
                        </p:par>
                        <p:par>
                          <p:cTn id="40" fill="hold">
                            <p:stCondLst>
                              <p:cond delay="2150"/>
                            </p:stCondLst>
                            <p:childTnLst>
                              <p:par>
                                <p:cTn id="41" presetID="53" presetClass="entr" presetSubtype="16"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p:cTn id="43" dur="800" fill="hold"/>
                                        <p:tgtEl>
                                          <p:spTgt spid="11"/>
                                        </p:tgtEl>
                                        <p:attrNameLst>
                                          <p:attrName>ppt_w</p:attrName>
                                        </p:attrNameLst>
                                      </p:cBhvr>
                                      <p:tavLst>
                                        <p:tav tm="0">
                                          <p:val>
                                            <p:strVal val="0"/>
                                          </p:val>
                                        </p:tav>
                                        <p:tav tm="100000">
                                          <p:val>
                                            <p:strVal val="#ppt_w"/>
                                          </p:val>
                                        </p:tav>
                                      </p:tavLst>
                                    </p:anim>
                                    <p:anim calcmode="lin" valueType="num">
                                      <p:cBhvr>
                                        <p:cTn id="44" dur="800" fill="hold"/>
                                        <p:tgtEl>
                                          <p:spTgt spid="11"/>
                                        </p:tgtEl>
                                        <p:attrNameLst>
                                          <p:attrName>ppt_h</p:attrName>
                                        </p:attrNameLst>
                                      </p:cBhvr>
                                      <p:tavLst>
                                        <p:tav tm="0">
                                          <p:val>
                                            <p:strVal val="0"/>
                                          </p:val>
                                        </p:tav>
                                        <p:tav tm="100000">
                                          <p:val>
                                            <p:strVal val="#ppt_h"/>
                                          </p:val>
                                        </p:tav>
                                      </p:tavLst>
                                    </p:anim>
                                    <p:animEffect transition="in" filter="fade">
                                      <p:cBhvr>
                                        <p:cTn id="45" dur="800"/>
                                        <p:tgtEl>
                                          <p:spTgt spid="11"/>
                                        </p:tgtEl>
                                      </p:cBhvr>
                                    </p:animEffect>
                                  </p:childTnLst>
                                </p:cTn>
                              </p:par>
                            </p:childTnLst>
                          </p:cTn>
                        </p:par>
                        <p:par>
                          <p:cTn id="46" fill="hold">
                            <p:stCondLst>
                              <p:cond delay="2300"/>
                            </p:stCondLst>
                            <p:childTnLst>
                              <p:par>
                                <p:cTn id="47" presetID="2" presetClass="entr" presetSubtype="4" fill="hold" grpId="0" nodeType="after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p:cTn id="49" dur="800" fill="hold"/>
                                        <p:tgtEl>
                                          <p:spTgt spid="12"/>
                                        </p:tgtEl>
                                        <p:attrNameLst>
                                          <p:attrName>ppt_y</p:attrName>
                                        </p:attrNameLst>
                                      </p:cBhvr>
                                      <p:tavLst>
                                        <p:tav tm="0">
                                          <p:val>
                                            <p:strVal val="1+#ppt_h/2"/>
                                          </p:val>
                                        </p:tav>
                                        <p:tav tm="100000">
                                          <p:val>
                                            <p:strVal val="#ppt_y"/>
                                          </p:val>
                                        </p:tav>
                                      </p:tavLst>
                                    </p:anim>
                                    <p:animEffect transition="in" filter="fade">
                                      <p:cBhvr>
                                        <p:cTn id="50" dur="800"/>
                                        <p:tgtEl>
                                          <p:spTgt spid="12"/>
                                        </p:tgtEl>
                                      </p:cBhvr>
                                    </p:animEffect>
                                  </p:childTnLst>
                                </p:cTn>
                              </p:par>
                            </p:childTnLst>
                          </p:cTn>
                        </p:par>
                        <p:par>
                          <p:cTn id="51" fill="hold">
                            <p:stCondLst>
                              <p:cond delay="2600"/>
                            </p:stCondLst>
                            <p:childTnLst>
                              <p:par>
                                <p:cTn id="52" presetID="53" presetClass="entr" presetSubtype="16"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 calcmode="lin" valueType="num">
                                      <p:cBhvr>
                                        <p:cTn id="54" dur="800" fill="hold"/>
                                        <p:tgtEl>
                                          <p:spTgt spid="13"/>
                                        </p:tgtEl>
                                        <p:attrNameLst>
                                          <p:attrName>ppt_w</p:attrName>
                                        </p:attrNameLst>
                                      </p:cBhvr>
                                      <p:tavLst>
                                        <p:tav tm="0">
                                          <p:val>
                                            <p:strVal val="0"/>
                                          </p:val>
                                        </p:tav>
                                        <p:tav tm="100000">
                                          <p:val>
                                            <p:strVal val="#ppt_w"/>
                                          </p:val>
                                        </p:tav>
                                      </p:tavLst>
                                    </p:anim>
                                    <p:anim calcmode="lin" valueType="num">
                                      <p:cBhvr>
                                        <p:cTn id="55" dur="800" fill="hold"/>
                                        <p:tgtEl>
                                          <p:spTgt spid="13"/>
                                        </p:tgtEl>
                                        <p:attrNameLst>
                                          <p:attrName>ppt_h</p:attrName>
                                        </p:attrNameLst>
                                      </p:cBhvr>
                                      <p:tavLst>
                                        <p:tav tm="0">
                                          <p:val>
                                            <p:strVal val="0"/>
                                          </p:val>
                                        </p:tav>
                                        <p:tav tm="100000">
                                          <p:val>
                                            <p:strVal val="#ppt_h"/>
                                          </p:val>
                                        </p:tav>
                                      </p:tavLst>
                                    </p:anim>
                                    <p:animEffect transition="in" filter="fade">
                                      <p:cBhvr>
                                        <p:cTn id="56" dur="8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Lst>
  </p:timing>
  <mc:AlternateContent xmlns:mc="http://schemas.openxmlformats.org/markup-compatibility/2006" xmlns:p14="http://schemas.microsoft.com/office/powerpoint/2010/main">
    <mc:Choice Requires="p14">
      <p:transition spd="slow" p14:dur="1500">
        <p:sndAc>
          <p:stSnd>
            <p:snd r:embed="rId2" name="whoosh"/>
          </p:stSnd>
        </p:sndAc>
        <p14:vortex dir="r"/>
      </p:transition>
    </mc:Choice>
    <mc:Fallback>
      <p:transition spd="slow">
        <p:sndAc>
          <p:stSnd>
            <p:snd r:embed="rId2" name="whoosh"/>
          </p:stSnd>
        </p:sndAc>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12" name="Oval 11"/>
          <p:cNvSpPr/>
          <p:nvPr/>
        </p:nvSpPr>
        <p:spPr>
          <a:xfrm>
            <a:off x="-822960" y="5120640"/>
            <a:ext cx="2560320" cy="2560320"/>
          </a:xfrm>
          <a:prstGeom prst="ellipse">
            <a:avLst/>
          </a:prstGeom>
          <a:solidFill>
            <a:srgbClr val="C9A227">
              <a:alpha val="18000"/>
            </a:srgbClr>
          </a:solidFill>
          <a:ln>
            <a:noFill/>
          </a:ln>
          <a:effectLst>
            <a:softEdge rad="8000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548640" y="320040"/>
            <a:ext cx="11064240" cy="868680"/>
          </a:xfrm>
          <a:prstGeom prst="rect">
            <a:avLst/>
          </a:prstGeom>
          <a:noFill/>
        </p:spPr>
        <p:txBody>
          <a:bodyPr wrap="square" anchor="ctr" lIns="164592" rIns="164592">
            <a:spAutoFit/>
          </a:bodyPr>
          <a:lstStyle/>
          <a:p>
            <a:pPr rtl="1" algn="r">
              <a:lnSpc>
                <a:spcPct val="100000"/>
              </a:lnSpc>
              <a:spcAft>
                <a:spcPts val="0"/>
              </a:spcAft>
            </a:pPr>
            <a:r>
              <a:rPr sz="3400" b="0" lang="fa-IR">
                <a:solidFill>
                  <a:srgbClr val="0E2A47"/>
                </a:solidFill>
                <a:latin typeface="Vazirmatn Black"/>
                <a:cs typeface="Vazirmatn Black"/>
              </a:rPr>
              <a:t>جمع‌بندی درس</a:t>
            </a:r>
          </a:p>
        </p:txBody>
      </p:sp>
      <p:sp>
        <p:nvSpPr>
          <p:cNvPr id="3" name="Rectangle 2"/>
          <p:cNvSpPr/>
          <p:nvPr/>
        </p:nvSpPr>
        <p:spPr>
          <a:xfrm>
            <a:off x="9966960" y="1216152"/>
            <a:ext cx="1645920" cy="6400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691640"/>
            <a:ext cx="10835640" cy="960120"/>
          </a:xfrm>
          <a:prstGeom prst="roundRect">
            <a:avLst>
              <a:gd name="adj" fmla="val 20000"/>
            </a:avLst>
          </a:prstGeom>
          <a:solidFill>
            <a:srgbClr val="FFFFFF"/>
          </a:solidFill>
          <a:ln w="15875">
            <a:solidFill>
              <a:srgbClr val="E5DCC8"/>
            </a:solidFill>
          </a:ln>
          <a:effectLst>
            <a:outerShdw blurRad="200000" dist="60000" dir="5400000" algn="t"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0" rIns="548640"/>
          <a:lstStyle/>
          <a:p>
            <a:pPr algn="r" rtl="1">
              <a:lnSpc>
                <a:spcPct val="100000"/>
              </a:lnSpc>
              <a:spcAft>
                <a:spcPts val="0"/>
              </a:spcAft>
            </a:pPr>
            <a:r>
              <a:rPr sz="1700" b="0" lang="fa-IR">
                <a:solidFill>
                  <a:srgbClr val="1F2937"/>
                </a:solidFill>
                <a:latin typeface="Vazirmatn"/>
                <a:cs typeface="Vazirmatn"/>
              </a:rPr>
              <a:t>انسان‌ها از ابتدای زندگی با دیگران در ارتباط‌اند و با ورود به اجتماع، حقوق متقابل پیدا می‌کنند.</a:t>
            </a:r>
          </a:p>
        </p:txBody>
      </p:sp>
      <p:sp>
        <p:nvSpPr>
          <p:cNvPr id="5" name="Oval 4"/>
          <p:cNvSpPr/>
          <p:nvPr/>
        </p:nvSpPr>
        <p:spPr>
          <a:xfrm>
            <a:off x="822960" y="1828800"/>
            <a:ext cx="685800" cy="685800"/>
          </a:xfrm>
          <a:prstGeom prst="ellipse">
            <a:avLst/>
          </a:prstGeom>
          <a:gradFill rotWithShape="1">
            <a:gsLst>
              <a:gs pos="0">
                <a:srgbClr val="E8CC6A"/>
              </a:gs>
              <a:gs pos="100000">
                <a:srgbClr val="B08A20"/>
              </a:gs>
            </a:gsLst>
            <a:lin scaled="0" ang="18900000"/>
          </a:gradFill>
          <a:ln>
            <a:noFill/>
          </a:ln>
          <a:effectLst>
            <a:glow rad="90000">
              <a:srgbClr val="C9A227">
                <a:alpha val="55000"/>
              </a:srgbClr>
            </a:glow>
          </a:effectLst>
          <a:sp3d>
            <a:bevelT w="50800" h="38100"/>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rtl="1">
              <a:lnSpc>
                <a:spcPct val="100000"/>
              </a:lnSpc>
              <a:spcAft>
                <a:spcPts val="0"/>
              </a:spcAft>
            </a:pPr>
            <a:r>
              <a:rPr sz="1700" b="0" lang="fa-IR">
                <a:solidFill>
                  <a:srgbClr val="0E2A47"/>
                </a:solidFill>
                <a:latin typeface="Vazirmatn Black"/>
                <a:cs typeface="Vazirmatn Black"/>
              </a:rPr>
              <a:t>1</a:t>
            </a:r>
          </a:p>
        </p:txBody>
      </p:sp>
      <p:sp>
        <p:nvSpPr>
          <p:cNvPr id="6" name="Rounded Rectangle 5"/>
          <p:cNvSpPr/>
          <p:nvPr/>
        </p:nvSpPr>
        <p:spPr>
          <a:xfrm>
            <a:off x="685800" y="2807208"/>
            <a:ext cx="10835640" cy="960120"/>
          </a:xfrm>
          <a:prstGeom prst="roundRect">
            <a:avLst>
              <a:gd name="adj" fmla="val 20000"/>
            </a:avLst>
          </a:prstGeom>
          <a:solidFill>
            <a:srgbClr val="FFFFFF"/>
          </a:solidFill>
          <a:ln w="15875">
            <a:solidFill>
              <a:srgbClr val="E5DCC8"/>
            </a:solidFill>
          </a:ln>
          <a:effectLst>
            <a:outerShdw blurRad="200000" dist="60000" dir="5400000" algn="t"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0" rIns="548640"/>
          <a:lstStyle/>
          <a:p>
            <a:pPr algn="r" rtl="1">
              <a:lnSpc>
                <a:spcPct val="100000"/>
              </a:lnSpc>
              <a:spcAft>
                <a:spcPts val="0"/>
              </a:spcAft>
            </a:pPr>
            <a:r>
              <a:rPr sz="1700" b="0" lang="fa-IR">
                <a:solidFill>
                  <a:srgbClr val="1F2937"/>
                </a:solidFill>
                <a:latin typeface="Vazirmatn"/>
                <a:cs typeface="Vazirmatn"/>
              </a:rPr>
              <a:t>آزادی هیچ‌کس بی‌قیدوشرط نیست؛ هر کس تا جایی حق دارد که به حقوق دیگران آسیب نزند و مغایر قانون نباشد.</a:t>
            </a:r>
          </a:p>
        </p:txBody>
      </p:sp>
      <p:sp>
        <p:nvSpPr>
          <p:cNvPr id="7" name="Oval 6"/>
          <p:cNvSpPr/>
          <p:nvPr/>
        </p:nvSpPr>
        <p:spPr>
          <a:xfrm>
            <a:off x="822960" y="2944368"/>
            <a:ext cx="685800" cy="685800"/>
          </a:xfrm>
          <a:prstGeom prst="ellipse">
            <a:avLst/>
          </a:prstGeom>
          <a:gradFill rotWithShape="1">
            <a:gsLst>
              <a:gs pos="0">
                <a:srgbClr val="E8CC6A"/>
              </a:gs>
              <a:gs pos="100000">
                <a:srgbClr val="B08A20"/>
              </a:gs>
            </a:gsLst>
            <a:lin scaled="0" ang="18900000"/>
          </a:gradFill>
          <a:ln>
            <a:noFill/>
          </a:ln>
          <a:effectLst>
            <a:glow rad="90000">
              <a:srgbClr val="C9A227">
                <a:alpha val="55000"/>
              </a:srgbClr>
            </a:glow>
          </a:effectLst>
          <a:sp3d>
            <a:bevelT w="50800" h="38100"/>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rtl="1">
              <a:lnSpc>
                <a:spcPct val="100000"/>
              </a:lnSpc>
              <a:spcAft>
                <a:spcPts val="0"/>
              </a:spcAft>
            </a:pPr>
            <a:r>
              <a:rPr sz="1700" b="0" lang="fa-IR">
                <a:solidFill>
                  <a:srgbClr val="0E2A47"/>
                </a:solidFill>
                <a:latin typeface="Vazirmatn Black"/>
                <a:cs typeface="Vazirmatn Black"/>
              </a:rPr>
              <a:t>2</a:t>
            </a:r>
          </a:p>
        </p:txBody>
      </p:sp>
      <p:sp>
        <p:nvSpPr>
          <p:cNvPr id="8" name="Rounded Rectangle 7"/>
          <p:cNvSpPr/>
          <p:nvPr/>
        </p:nvSpPr>
        <p:spPr>
          <a:xfrm>
            <a:off x="685800" y="3922776"/>
            <a:ext cx="10835640" cy="960120"/>
          </a:xfrm>
          <a:prstGeom prst="roundRect">
            <a:avLst>
              <a:gd name="adj" fmla="val 20000"/>
            </a:avLst>
          </a:prstGeom>
          <a:solidFill>
            <a:srgbClr val="FFFFFF"/>
          </a:solidFill>
          <a:ln w="15875">
            <a:solidFill>
              <a:srgbClr val="E5DCC8"/>
            </a:solidFill>
          </a:ln>
          <a:effectLst>
            <a:outerShdw blurRad="200000" dist="60000" dir="5400000" algn="t"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0" rIns="548640"/>
          <a:lstStyle/>
          <a:p>
            <a:pPr algn="r" rtl="1">
              <a:lnSpc>
                <a:spcPct val="100000"/>
              </a:lnSpc>
              <a:spcAft>
                <a:spcPts val="0"/>
              </a:spcAft>
            </a:pPr>
            <a:r>
              <a:rPr sz="1700" b="0" lang="fa-IR">
                <a:solidFill>
                  <a:srgbClr val="1F2937"/>
                </a:solidFill>
                <a:latin typeface="Vazirmatn"/>
                <a:cs typeface="Vazirmatn"/>
              </a:rPr>
              <a:t>قانون و مقررات برای سه هدف وضع شده‌اند: حفظ حقوق افراد، برقراری نظم و امنیت، و رشد اخلاقی انسان‌ها.</a:t>
            </a:r>
          </a:p>
        </p:txBody>
      </p:sp>
      <p:sp>
        <p:nvSpPr>
          <p:cNvPr id="9" name="Oval 8"/>
          <p:cNvSpPr/>
          <p:nvPr/>
        </p:nvSpPr>
        <p:spPr>
          <a:xfrm>
            <a:off x="822960" y="4059936"/>
            <a:ext cx="685800" cy="685800"/>
          </a:xfrm>
          <a:prstGeom prst="ellipse">
            <a:avLst/>
          </a:prstGeom>
          <a:gradFill rotWithShape="1">
            <a:gsLst>
              <a:gs pos="0">
                <a:srgbClr val="E8CC6A"/>
              </a:gs>
              <a:gs pos="100000">
                <a:srgbClr val="B08A20"/>
              </a:gs>
            </a:gsLst>
            <a:lin scaled="0" ang="18900000"/>
          </a:gradFill>
          <a:ln>
            <a:noFill/>
          </a:ln>
          <a:effectLst>
            <a:glow rad="90000">
              <a:srgbClr val="C9A227">
                <a:alpha val="55000"/>
              </a:srgbClr>
            </a:glow>
          </a:effectLst>
          <a:sp3d>
            <a:bevelT w="50800" h="38100"/>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rtl="1">
              <a:lnSpc>
                <a:spcPct val="100000"/>
              </a:lnSpc>
              <a:spcAft>
                <a:spcPts val="0"/>
              </a:spcAft>
            </a:pPr>
            <a:r>
              <a:rPr sz="1700" b="0" lang="fa-IR">
                <a:solidFill>
                  <a:srgbClr val="0E2A47"/>
                </a:solidFill>
                <a:latin typeface="Vazirmatn Black"/>
                <a:cs typeface="Vazirmatn Black"/>
              </a:rPr>
              <a:t>3</a:t>
            </a:r>
          </a:p>
        </p:txBody>
      </p:sp>
      <p:sp>
        <p:nvSpPr>
          <p:cNvPr id="10" name="Rounded Rectangle 9"/>
          <p:cNvSpPr/>
          <p:nvPr/>
        </p:nvSpPr>
        <p:spPr>
          <a:xfrm>
            <a:off x="685800" y="5038344"/>
            <a:ext cx="10835640" cy="960120"/>
          </a:xfrm>
          <a:prstGeom prst="roundRect">
            <a:avLst>
              <a:gd name="adj" fmla="val 20000"/>
            </a:avLst>
          </a:prstGeom>
          <a:solidFill>
            <a:srgbClr val="FFFFFF"/>
          </a:solidFill>
          <a:ln w="15875">
            <a:solidFill>
              <a:srgbClr val="E5DCC8"/>
            </a:solidFill>
          </a:ln>
          <a:effectLst>
            <a:outerShdw blurRad="200000" dist="60000" dir="5400000" algn="t"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0" rIns="548640"/>
          <a:lstStyle/>
          <a:p>
            <a:pPr algn="r" rtl="1">
              <a:lnSpc>
                <a:spcPct val="100000"/>
              </a:lnSpc>
              <a:spcAft>
                <a:spcPts val="0"/>
              </a:spcAft>
            </a:pPr>
            <a:r>
              <a:rPr sz="1700" b="0" lang="fa-IR">
                <a:solidFill>
                  <a:srgbClr val="1F2937"/>
                </a:solidFill>
                <a:latin typeface="Vazirmatn"/>
                <a:cs typeface="Vazirmatn"/>
              </a:rPr>
              <a:t>رعایت قانون به نفع همه است و جامعه‌ای منظم، امن و آرام می‌سازد.</a:t>
            </a:r>
          </a:p>
        </p:txBody>
      </p:sp>
      <p:sp>
        <p:nvSpPr>
          <p:cNvPr id="11" name="Oval 10"/>
          <p:cNvSpPr/>
          <p:nvPr/>
        </p:nvSpPr>
        <p:spPr>
          <a:xfrm>
            <a:off x="822960" y="5175504"/>
            <a:ext cx="685800" cy="685800"/>
          </a:xfrm>
          <a:prstGeom prst="ellipse">
            <a:avLst/>
          </a:prstGeom>
          <a:gradFill rotWithShape="1">
            <a:gsLst>
              <a:gs pos="0">
                <a:srgbClr val="E8CC6A"/>
              </a:gs>
              <a:gs pos="100000">
                <a:srgbClr val="B08A20"/>
              </a:gs>
            </a:gsLst>
            <a:lin scaled="0" ang="18900000"/>
          </a:gradFill>
          <a:ln>
            <a:noFill/>
          </a:ln>
          <a:effectLst>
            <a:glow rad="90000">
              <a:srgbClr val="C9A227">
                <a:alpha val="55000"/>
              </a:srgbClr>
            </a:glow>
          </a:effectLst>
          <a:sp3d>
            <a:bevelT w="50800" h="38100"/>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rtl="1">
              <a:lnSpc>
                <a:spcPct val="100000"/>
              </a:lnSpc>
              <a:spcAft>
                <a:spcPts val="0"/>
              </a:spcAft>
            </a:pPr>
            <a:r>
              <a:rPr sz="1700" b="0" lang="fa-IR">
                <a:solidFill>
                  <a:srgbClr val="0E2A47"/>
                </a:solidFill>
                <a:latin typeface="Vazirmatn Black"/>
                <a:cs typeface="Vazirmatn Black"/>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40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800" fill="hold"/>
                                        <p:tgtEl>
                                          <p:spTgt spid="4"/>
                                        </p:tgtEl>
                                        <p:attrNameLst>
                                          <p:attrName>ppt_y</p:attrName>
                                        </p:attrNameLst>
                                      </p:cBhvr>
                                      <p:tavLst>
                                        <p:tav tm="0">
                                          <p:val>
                                            <p:strVal val="1+#ppt_h/2"/>
                                          </p:val>
                                        </p:tav>
                                        <p:tav tm="100000">
                                          <p:val>
                                            <p:strVal val="#ppt_y"/>
                                          </p:val>
                                        </p:tav>
                                      </p:tavLst>
                                    </p:anim>
                                    <p:animEffect transition="in" filter="fade">
                                      <p:cBhvr>
                                        <p:cTn id="8" dur="800"/>
                                        <p:tgtEl>
                                          <p:spTgt spid="4"/>
                                        </p:tgtEl>
                                      </p:cBhvr>
                                    </p:animEffect>
                                  </p:childTnLst>
                                </p:cTn>
                              </p:par>
                            </p:childTnLst>
                          </p:cTn>
                        </p:par>
                        <p:par>
                          <p:cTn id="9" fill="hold">
                            <p:stCondLst>
                              <p:cond delay="650"/>
                            </p:stCondLst>
                            <p:childTnLst>
                              <p:par>
                                <p:cTn id="10" presetID="53" presetClass="entr" presetSubtype="16"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800" fill="hold"/>
                                        <p:tgtEl>
                                          <p:spTgt spid="5"/>
                                        </p:tgtEl>
                                        <p:attrNameLst>
                                          <p:attrName>ppt_w</p:attrName>
                                        </p:attrNameLst>
                                      </p:cBhvr>
                                      <p:tavLst>
                                        <p:tav tm="0">
                                          <p:val>
                                            <p:strVal val="0"/>
                                          </p:val>
                                        </p:tav>
                                        <p:tav tm="100000">
                                          <p:val>
                                            <p:strVal val="#ppt_w"/>
                                          </p:val>
                                        </p:tav>
                                      </p:tavLst>
                                    </p:anim>
                                    <p:anim calcmode="lin" valueType="num">
                                      <p:cBhvr>
                                        <p:cTn id="13" dur="800" fill="hold"/>
                                        <p:tgtEl>
                                          <p:spTgt spid="5"/>
                                        </p:tgtEl>
                                        <p:attrNameLst>
                                          <p:attrName>ppt_h</p:attrName>
                                        </p:attrNameLst>
                                      </p:cBhvr>
                                      <p:tavLst>
                                        <p:tav tm="0">
                                          <p:val>
                                            <p:strVal val="0"/>
                                          </p:val>
                                        </p:tav>
                                        <p:tav tm="100000">
                                          <p:val>
                                            <p:strVal val="#ppt_h"/>
                                          </p:val>
                                        </p:tav>
                                      </p:tavLst>
                                    </p:anim>
                                    <p:animEffect transition="in" filter="fade">
                                      <p:cBhvr>
                                        <p:cTn id="14" dur="800"/>
                                        <p:tgtEl>
                                          <p:spTgt spid="5"/>
                                        </p:tgtEl>
                                      </p:cBhvr>
                                    </p:animEffect>
                                  </p:childTnLst>
                                </p:cTn>
                              </p:par>
                            </p:childTnLst>
                          </p:cTn>
                        </p:par>
                        <p:par>
                          <p:cTn id="15" fill="hold">
                            <p:stCondLst>
                              <p:cond delay="900"/>
                            </p:stCondLst>
                            <p:childTnLst>
                              <p:par>
                                <p:cTn id="16" presetID="2" presetClass="entr" presetSubtype="4"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800" fill="hold"/>
                                        <p:tgtEl>
                                          <p:spTgt spid="6"/>
                                        </p:tgtEl>
                                        <p:attrNameLst>
                                          <p:attrName>ppt_y</p:attrName>
                                        </p:attrNameLst>
                                      </p:cBhvr>
                                      <p:tavLst>
                                        <p:tav tm="0">
                                          <p:val>
                                            <p:strVal val="1+#ppt_h/2"/>
                                          </p:val>
                                        </p:tav>
                                        <p:tav tm="100000">
                                          <p:val>
                                            <p:strVal val="#ppt_y"/>
                                          </p:val>
                                        </p:tav>
                                      </p:tavLst>
                                    </p:anim>
                                    <p:animEffect transition="in" filter="fade">
                                      <p:cBhvr>
                                        <p:cTn id="19" dur="800"/>
                                        <p:tgtEl>
                                          <p:spTgt spid="6"/>
                                        </p:tgtEl>
                                      </p:cBhvr>
                                    </p:animEffect>
                                  </p:childTnLst>
                                </p:cTn>
                              </p:par>
                            </p:childTnLst>
                          </p:cTn>
                        </p:par>
                        <p:par>
                          <p:cTn id="20" fill="hold">
                            <p:stCondLst>
                              <p:cond delay="115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800" fill="hold"/>
                                        <p:tgtEl>
                                          <p:spTgt spid="7"/>
                                        </p:tgtEl>
                                        <p:attrNameLst>
                                          <p:attrName>ppt_w</p:attrName>
                                        </p:attrNameLst>
                                      </p:cBhvr>
                                      <p:tavLst>
                                        <p:tav tm="0">
                                          <p:val>
                                            <p:strVal val="0"/>
                                          </p:val>
                                        </p:tav>
                                        <p:tav tm="100000">
                                          <p:val>
                                            <p:strVal val="#ppt_w"/>
                                          </p:val>
                                        </p:tav>
                                      </p:tavLst>
                                    </p:anim>
                                    <p:anim calcmode="lin" valueType="num">
                                      <p:cBhvr>
                                        <p:cTn id="24" dur="800" fill="hold"/>
                                        <p:tgtEl>
                                          <p:spTgt spid="7"/>
                                        </p:tgtEl>
                                        <p:attrNameLst>
                                          <p:attrName>ppt_h</p:attrName>
                                        </p:attrNameLst>
                                      </p:cBhvr>
                                      <p:tavLst>
                                        <p:tav tm="0">
                                          <p:val>
                                            <p:strVal val="0"/>
                                          </p:val>
                                        </p:tav>
                                        <p:tav tm="100000">
                                          <p:val>
                                            <p:strVal val="#ppt_h"/>
                                          </p:val>
                                        </p:tav>
                                      </p:tavLst>
                                    </p:anim>
                                    <p:animEffect transition="in" filter="fade">
                                      <p:cBhvr>
                                        <p:cTn id="25" dur="800"/>
                                        <p:tgtEl>
                                          <p:spTgt spid="7"/>
                                        </p:tgtEl>
                                      </p:cBhvr>
                                    </p:animEffect>
                                  </p:childTnLst>
                                </p:cTn>
                              </p:par>
                            </p:childTnLst>
                          </p:cTn>
                        </p:par>
                        <p:par>
                          <p:cTn id="26" fill="hold">
                            <p:stCondLst>
                              <p:cond delay="1400"/>
                            </p:stCondLst>
                            <p:childTnLst>
                              <p:par>
                                <p:cTn id="27" presetID="2" presetClass="entr" presetSubtype="4"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800" fill="hold"/>
                                        <p:tgtEl>
                                          <p:spTgt spid="8"/>
                                        </p:tgtEl>
                                        <p:attrNameLst>
                                          <p:attrName>ppt_y</p:attrName>
                                        </p:attrNameLst>
                                      </p:cBhvr>
                                      <p:tavLst>
                                        <p:tav tm="0">
                                          <p:val>
                                            <p:strVal val="1+#ppt_h/2"/>
                                          </p:val>
                                        </p:tav>
                                        <p:tav tm="100000">
                                          <p:val>
                                            <p:strVal val="#ppt_y"/>
                                          </p:val>
                                        </p:tav>
                                      </p:tavLst>
                                    </p:anim>
                                    <p:animEffect transition="in" filter="fade">
                                      <p:cBhvr>
                                        <p:cTn id="30" dur="800"/>
                                        <p:tgtEl>
                                          <p:spTgt spid="8"/>
                                        </p:tgtEl>
                                      </p:cBhvr>
                                    </p:animEffect>
                                  </p:childTnLst>
                                </p:cTn>
                              </p:par>
                            </p:childTnLst>
                          </p:cTn>
                        </p:par>
                        <p:par>
                          <p:cTn id="31" fill="hold">
                            <p:stCondLst>
                              <p:cond delay="1650"/>
                            </p:stCondLst>
                            <p:childTnLst>
                              <p:par>
                                <p:cTn id="32" presetID="53" presetClass="entr" presetSubtype="16"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800" fill="hold"/>
                                        <p:tgtEl>
                                          <p:spTgt spid="9"/>
                                        </p:tgtEl>
                                        <p:attrNameLst>
                                          <p:attrName>ppt_w</p:attrName>
                                        </p:attrNameLst>
                                      </p:cBhvr>
                                      <p:tavLst>
                                        <p:tav tm="0">
                                          <p:val>
                                            <p:strVal val="0"/>
                                          </p:val>
                                        </p:tav>
                                        <p:tav tm="100000">
                                          <p:val>
                                            <p:strVal val="#ppt_w"/>
                                          </p:val>
                                        </p:tav>
                                      </p:tavLst>
                                    </p:anim>
                                    <p:anim calcmode="lin" valueType="num">
                                      <p:cBhvr>
                                        <p:cTn id="35" dur="800" fill="hold"/>
                                        <p:tgtEl>
                                          <p:spTgt spid="9"/>
                                        </p:tgtEl>
                                        <p:attrNameLst>
                                          <p:attrName>ppt_h</p:attrName>
                                        </p:attrNameLst>
                                      </p:cBhvr>
                                      <p:tavLst>
                                        <p:tav tm="0">
                                          <p:val>
                                            <p:strVal val="0"/>
                                          </p:val>
                                        </p:tav>
                                        <p:tav tm="100000">
                                          <p:val>
                                            <p:strVal val="#ppt_h"/>
                                          </p:val>
                                        </p:tav>
                                      </p:tavLst>
                                    </p:anim>
                                    <p:animEffect transition="in" filter="fade">
                                      <p:cBhvr>
                                        <p:cTn id="36" dur="800"/>
                                        <p:tgtEl>
                                          <p:spTgt spid="9"/>
                                        </p:tgtEl>
                                      </p:cBhvr>
                                    </p:animEffect>
                                  </p:childTnLst>
                                </p:cTn>
                              </p:par>
                            </p:childTnLst>
                          </p:cTn>
                        </p:par>
                        <p:par>
                          <p:cTn id="37" fill="hold">
                            <p:stCondLst>
                              <p:cond delay="1900"/>
                            </p:stCondLst>
                            <p:childTnLst>
                              <p:par>
                                <p:cTn id="38" presetID="2" presetClass="entr" presetSubtype="4"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p:cTn id="40" dur="800" fill="hold"/>
                                        <p:tgtEl>
                                          <p:spTgt spid="10"/>
                                        </p:tgtEl>
                                        <p:attrNameLst>
                                          <p:attrName>ppt_y</p:attrName>
                                        </p:attrNameLst>
                                      </p:cBhvr>
                                      <p:tavLst>
                                        <p:tav tm="0">
                                          <p:val>
                                            <p:strVal val="1+#ppt_h/2"/>
                                          </p:val>
                                        </p:tav>
                                        <p:tav tm="100000">
                                          <p:val>
                                            <p:strVal val="#ppt_y"/>
                                          </p:val>
                                        </p:tav>
                                      </p:tavLst>
                                    </p:anim>
                                    <p:animEffect transition="in" filter="fade">
                                      <p:cBhvr>
                                        <p:cTn id="41" dur="800"/>
                                        <p:tgtEl>
                                          <p:spTgt spid="10"/>
                                        </p:tgtEl>
                                      </p:cBhvr>
                                    </p:animEffect>
                                  </p:childTnLst>
                                </p:cTn>
                              </p:par>
                            </p:childTnLst>
                          </p:cTn>
                        </p:par>
                        <p:par>
                          <p:cTn id="42" fill="hold">
                            <p:stCondLst>
                              <p:cond delay="2150"/>
                            </p:stCondLst>
                            <p:childTnLst>
                              <p:par>
                                <p:cTn id="43" presetID="53" presetClass="entr" presetSubtype="16" fill="hold" grpId="0" nodeType="after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p:cTn id="45" dur="800" fill="hold"/>
                                        <p:tgtEl>
                                          <p:spTgt spid="11"/>
                                        </p:tgtEl>
                                        <p:attrNameLst>
                                          <p:attrName>ppt_w</p:attrName>
                                        </p:attrNameLst>
                                      </p:cBhvr>
                                      <p:tavLst>
                                        <p:tav tm="0">
                                          <p:val>
                                            <p:strVal val="0"/>
                                          </p:val>
                                        </p:tav>
                                        <p:tav tm="100000">
                                          <p:val>
                                            <p:strVal val="#ppt_w"/>
                                          </p:val>
                                        </p:tav>
                                      </p:tavLst>
                                    </p:anim>
                                    <p:anim calcmode="lin" valueType="num">
                                      <p:cBhvr>
                                        <p:cTn id="46" dur="800" fill="hold"/>
                                        <p:tgtEl>
                                          <p:spTgt spid="11"/>
                                        </p:tgtEl>
                                        <p:attrNameLst>
                                          <p:attrName>ppt_h</p:attrName>
                                        </p:attrNameLst>
                                      </p:cBhvr>
                                      <p:tavLst>
                                        <p:tav tm="0">
                                          <p:val>
                                            <p:strVal val="0"/>
                                          </p:val>
                                        </p:tav>
                                        <p:tav tm="100000">
                                          <p:val>
                                            <p:strVal val="#ppt_h"/>
                                          </p:val>
                                        </p:tav>
                                      </p:tavLst>
                                    </p:anim>
                                    <p:animEffect transition="in" filter="fade">
                                      <p:cBhvr>
                                        <p:cTn id="47" dur="8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mc:AlternateContent xmlns:mc="http://schemas.openxmlformats.org/markup-compatibility/2006" xmlns:p14="http://schemas.microsoft.com/office/powerpoint/2010/main">
    <mc:Choice Requires="p14">
      <p:transition spd="slow" p14:dur="1500">
        <p:sndAc>
          <p:stSnd>
            <p:snd r:embed="rId2" name="chime"/>
          </p:stSnd>
        </p:sndAc>
        <p14:honeycomb/>
      </p:transition>
    </mc:Choice>
    <mc:Fallback>
      <p:transition spd="slow">
        <p:sndAc>
          <p:stSnd>
            <p:snd r:embed="rId2" name="chime"/>
          </p:stSnd>
        </p:sndAc>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osing_bg.jpg"/>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3108960" y="640080"/>
            <a:ext cx="5971032" cy="4572000"/>
          </a:xfrm>
          <a:prstGeom prst="roundRect">
            <a:avLst>
              <a:gd name="adj" fmla="val 7000"/>
            </a:avLst>
          </a:prstGeom>
          <a:solidFill>
            <a:srgbClr val="FFFFFF">
              <a:alpha val="92000"/>
            </a:srgbClr>
          </a:solidFill>
          <a:ln w="15875">
            <a:solidFill>
              <a:srgbClr val="C9A227"/>
            </a:solidFill>
          </a:ln>
          <a:effectLst>
            <a:glow rad="120000">
              <a:srgbClr val="C9A227">
                <a:alpha val="50000"/>
              </a:srgbClr>
            </a:glow>
            <a:outerShdw blurRad="240000" dist="90000" dir="5400000" algn="t"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rtl="1">
              <a:lnSpc>
                <a:spcPct val="100000"/>
              </a:lnSpc>
              <a:spcAft>
                <a:spcPts val="0"/>
              </a:spcAft>
            </a:pPr>
            <a:r>
              <a:rPr sz="4600" b="0" lang="fa-IR">
                <a:solidFill>
                  <a:srgbClr val="0E2A47"/>
                </a:solidFill>
                <a:latin typeface="Vazirmatn Black"/>
                <a:cs typeface="Vazirmatn Black"/>
              </a:rPr>
              <a:t>پایان</a:t>
            </a:r>
          </a:p>
          <a:p>
            <a:pPr rtl="1" algn="ctr">
              <a:lnSpc>
                <a:spcPct val="100000"/>
              </a:lnSpc>
              <a:spcAft>
                <a:spcPts val="0"/>
              </a:spcAft>
            </a:pPr>
            <a:r>
              <a:rPr sz="2200" b="0" lang="fa-IR">
                <a:solidFill>
                  <a:srgbClr val="C9A227"/>
                </a:solidFill>
                <a:latin typeface="Vazirmatn Black"/>
                <a:cs typeface="Vazirmatn Black"/>
              </a:rPr>
              <a:t>اسامی گروه</a:t>
            </a:r>
          </a:p>
          <a:p>
            <a:pPr rtl="1" algn="ctr">
              <a:lnSpc>
                <a:spcPct val="100000"/>
              </a:lnSpc>
              <a:spcAft>
                <a:spcPts val="0"/>
              </a:spcAft>
            </a:pPr>
            <a:r>
              <a:rPr sz="2000" b="0" lang="fa-IR">
                <a:solidFill>
                  <a:srgbClr val="1F2937"/>
                </a:solidFill>
                <a:latin typeface="Vazirmatn"/>
                <a:cs typeface="Vazirmatn"/>
              </a:rPr>
              <a:t>طاها عبادی فر</a:t>
            </a:r>
          </a:p>
          <a:p>
            <a:pPr rtl="1" algn="ctr">
              <a:lnSpc>
                <a:spcPct val="100000"/>
              </a:lnSpc>
              <a:spcAft>
                <a:spcPts val="0"/>
              </a:spcAft>
            </a:pPr>
            <a:r>
              <a:rPr sz="2000" b="0" lang="fa-IR">
                <a:solidFill>
                  <a:srgbClr val="1F2937"/>
                </a:solidFill>
                <a:latin typeface="Vazirmatn"/>
                <a:cs typeface="Vazirmatn"/>
              </a:rPr>
              <a:t>رهام گله دار</a:t>
            </a:r>
          </a:p>
          <a:p>
            <a:pPr rtl="1" algn="ctr">
              <a:lnSpc>
                <a:spcPct val="100000"/>
              </a:lnSpc>
              <a:spcAft>
                <a:spcPts val="0"/>
              </a:spcAft>
            </a:pPr>
            <a:r>
              <a:rPr sz="2000" b="0" lang="fa-IR">
                <a:solidFill>
                  <a:srgbClr val="1F2937"/>
                </a:solidFill>
                <a:latin typeface="Vazirmatn"/>
                <a:cs typeface="Vazirmatn"/>
              </a:rPr>
              <a:t>امین کریم پور</a:t>
            </a:r>
          </a:p>
          <a:p>
            <a:pPr rtl="1" algn="ctr">
              <a:lnSpc>
                <a:spcPct val="100000"/>
              </a:lnSpc>
              <a:spcAft>
                <a:spcPts val="0"/>
              </a:spcAft>
            </a:pPr>
            <a:r>
              <a:rPr sz="2000" b="0" lang="fa-IR">
                <a:solidFill>
                  <a:srgbClr val="1F2937"/>
                </a:solidFill>
                <a:latin typeface="Vazirmatn"/>
                <a:cs typeface="Vazirmatn"/>
              </a:rPr>
              <a:t>محمد رضا فولادی</a:t>
            </a:r>
          </a:p>
          <a:p>
            <a:pPr rtl="1" algn="ctr">
              <a:lnSpc>
                <a:spcPct val="100000"/>
              </a:lnSpc>
              <a:spcAft>
                <a:spcPts val="0"/>
              </a:spcAft>
            </a:pPr>
            <a:r>
              <a:rPr sz="2000" b="0" lang="fa-IR">
                <a:solidFill>
                  <a:srgbClr val="1F2937"/>
                </a:solidFill>
                <a:latin typeface="Vazirmatn"/>
                <a:cs typeface="Vazirmatn"/>
              </a:rPr>
              <a:t>امیر علی عزیزی</a:t>
            </a:r>
          </a:p>
        </p:txBody>
      </p:sp>
      <p:sp>
        <p:nvSpPr>
          <p:cNvPr id="4" name="Rounded Rectangle 3"/>
          <p:cNvSpPr/>
          <p:nvPr/>
        </p:nvSpPr>
        <p:spPr>
          <a:xfrm>
            <a:off x="3108960" y="5440680"/>
            <a:ext cx="5971032" cy="731520"/>
          </a:xfrm>
          <a:prstGeom prst="roundRect">
            <a:avLst>
              <a:gd name="adj" fmla="val 50000"/>
            </a:avLst>
          </a:prstGeom>
          <a:gradFill rotWithShape="1">
            <a:gsLst>
              <a:gs pos="0">
                <a:srgbClr val="2A8F58"/>
              </a:gs>
              <a:gs pos="100000">
                <a:srgbClr val="1E7B4B"/>
              </a:gs>
            </a:gsLst>
            <a:lin scaled="0" ang="0"/>
          </a:gradFill>
          <a:ln>
            <a:noFill/>
          </a:ln>
          <a:effectLst>
            <a:glow rad="80000">
              <a:srgbClr val="1E7B4B">
                <a:alpha val="45000"/>
              </a:srgbClr>
            </a:glow>
            <a:outerShdw blurRad="180000" dist="600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rtl="1">
              <a:lnSpc>
                <a:spcPct val="100000"/>
              </a:lnSpc>
              <a:spcAft>
                <a:spcPts val="0"/>
              </a:spcAft>
            </a:pPr>
            <a:r>
              <a:rPr sz="2200" b="0" lang="fa-IR">
                <a:solidFill>
                  <a:srgbClr val="FFFFFF"/>
                </a:solidFill>
                <a:latin typeface="Vazirmatn Black"/>
                <a:cs typeface="Vazirmatn Black"/>
              </a:rPr>
              <a:t>با تشکر از استاد حیدری</a:t>
            </a:r>
          </a:p>
        </p:txBody>
      </p:sp>
      <p:sp>
        <p:nvSpPr>
          <p:cNvPr id="5" name="5-Point Star 4"/>
          <p:cNvSpPr/>
          <p:nvPr/>
        </p:nvSpPr>
        <p:spPr>
          <a:xfrm>
            <a:off x="1280160" y="1005840"/>
            <a:ext cx="384048" cy="384048"/>
          </a:xfrm>
          <a:prstGeom prst="star5">
            <a:avLst/>
          </a:prstGeom>
          <a:solidFill>
            <a:srgbClr val="C9A227"/>
          </a:solidFill>
          <a:ln>
            <a:noFill/>
          </a:ln>
          <a:effectLst>
            <a:glow rad="110000">
              <a:srgbClr val="C9A227">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10698480" y="822960"/>
            <a:ext cx="292608" cy="292608"/>
          </a:xfrm>
          <a:prstGeom prst="star5">
            <a:avLst/>
          </a:prstGeom>
          <a:solidFill>
            <a:srgbClr val="C9A227"/>
          </a:solidFill>
          <a:ln>
            <a:noFill/>
          </a:ln>
          <a:effectLst>
            <a:glow rad="110000">
              <a:srgbClr val="C9A227">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10241280" y="5577840"/>
            <a:ext cx="347472" cy="347472"/>
          </a:xfrm>
          <a:prstGeom prst="star5">
            <a:avLst/>
          </a:prstGeom>
          <a:solidFill>
            <a:srgbClr val="C9A227"/>
          </a:solidFill>
          <a:ln>
            <a:noFill/>
          </a:ln>
          <a:effectLst>
            <a:glow rad="110000">
              <a:srgbClr val="C9A227">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5-Point Star 7"/>
          <p:cNvSpPr/>
          <p:nvPr/>
        </p:nvSpPr>
        <p:spPr>
          <a:xfrm>
            <a:off x="1005840" y="5486400"/>
            <a:ext cx="237744" cy="237744"/>
          </a:xfrm>
          <a:prstGeom prst="star5">
            <a:avLst/>
          </a:prstGeom>
          <a:solidFill>
            <a:srgbClr val="C9A227"/>
          </a:solidFill>
          <a:ln>
            <a:noFill/>
          </a:ln>
          <a:effectLst>
            <a:glow rad="110000">
              <a:srgbClr val="C9A227">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800" fill="hold"/>
                                        <p:tgtEl>
                                          <p:spTgt spid="3"/>
                                        </p:tgtEl>
                                        <p:attrNameLst>
                                          <p:attrName>ppt_w</p:attrName>
                                        </p:attrNameLst>
                                      </p:cBhvr>
                                      <p:tavLst>
                                        <p:tav tm="0">
                                          <p:val>
                                            <p:strVal val="0"/>
                                          </p:val>
                                        </p:tav>
                                        <p:tav tm="100000">
                                          <p:val>
                                            <p:strVal val="#ppt_w"/>
                                          </p:val>
                                        </p:tav>
                                      </p:tavLst>
                                    </p:anim>
                                    <p:anim calcmode="lin" valueType="num">
                                      <p:cBhvr>
                                        <p:cTn id="8" dur="800" fill="hold"/>
                                        <p:tgtEl>
                                          <p:spTgt spid="3"/>
                                        </p:tgtEl>
                                        <p:attrNameLst>
                                          <p:attrName>ppt_h</p:attrName>
                                        </p:attrNameLst>
                                      </p:cBhvr>
                                      <p:tavLst>
                                        <p:tav tm="0">
                                          <p:val>
                                            <p:strVal val="0"/>
                                          </p:val>
                                        </p:tav>
                                        <p:tav tm="100000">
                                          <p:val>
                                            <p:strVal val="#ppt_h"/>
                                          </p:val>
                                        </p:tav>
                                      </p:tavLst>
                                    </p:anim>
                                    <p:animEffect transition="in" filter="fade">
                                      <p:cBhvr>
                                        <p:cTn id="9" dur="800"/>
                                        <p:tgtEl>
                                          <p:spTgt spid="3"/>
                                        </p:tgtEl>
                                      </p:cBhvr>
                                    </p:animEffect>
                                  </p:childTnLst>
                                </p:cTn>
                              </p:par>
                            </p:childTnLst>
                          </p:cTn>
                        </p:par>
                        <p:par>
                          <p:cTn id="10" fill="hold">
                            <p:stCondLst>
                              <p:cond delay="9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00"/>
                                        <p:tgtEl>
                                          <p:spTgt spid="4"/>
                                        </p:tgtEl>
                                      </p:cBhvr>
                                    </p:animEffect>
                                  </p:childTnLst>
                                </p:cTn>
                              </p:par>
                            </p:childTnLst>
                          </p:cTn>
                        </p:par>
                        <p:par>
                          <p:cTn id="14" fill="hold">
                            <p:stCondLst>
                              <p:cond delay="1600"/>
                            </p:stCondLst>
                            <p:childTnLst>
                              <p:par>
                                <p:cTn id="15" presetID="26" presetClass="emph" presetSubtype="0" fill="hold" grpId="0" nodeType="afterEffect">
                                  <p:stCondLst>
                                    <p:cond delay="0"/>
                                  </p:stCondLst>
                                  <p:childTnLst>
                                    <p:animScale>
                                      <p:cBhvr>
                                        <p:cTn id="16" dur="450" autoRev="1" fill="hold"/>
                                        <p:tgtEl>
                                          <p:spTgt spid="4"/>
                                        </p:tgtEl>
                                      </p:cBhvr>
                                      <p:by x="106000" y="106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4" grpId="0" animBg="1"/>
    </p:bldLst>
  </p:timing>
  <p:transition spd="med">
    <p:sndAc>
      <p:stSnd>
        <p:snd r:embed="rId3" name="chime"/>
      </p:stSnd>
    </p:sndAc>
    <p:zoom dir="in"/>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